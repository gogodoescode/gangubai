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649" r:id="rId2"/>
    <p:sldId id="650" r:id="rId3"/>
    <p:sldId id="572" r:id="rId4"/>
    <p:sldId id="646" r:id="rId5"/>
    <p:sldId id="605" r:id="rId6"/>
    <p:sldId id="606" r:id="rId7"/>
    <p:sldId id="607" r:id="rId8"/>
    <p:sldId id="600" r:id="rId9"/>
    <p:sldId id="602" r:id="rId10"/>
    <p:sldId id="613" r:id="rId11"/>
    <p:sldId id="614" r:id="rId12"/>
    <p:sldId id="616" r:id="rId13"/>
    <p:sldId id="760" r:id="rId14"/>
    <p:sldId id="779" r:id="rId15"/>
    <p:sldId id="780" r:id="rId16"/>
    <p:sldId id="625" r:id="rId17"/>
    <p:sldId id="626" r:id="rId18"/>
    <p:sldId id="627" r:id="rId19"/>
    <p:sldId id="628" r:id="rId20"/>
    <p:sldId id="631" r:id="rId21"/>
    <p:sldId id="645" r:id="rId22"/>
    <p:sldId id="6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sit" initials="p" lastIdx="123" clrIdx="0"/>
  <p:cmAuthor id="1" name="Microsoft Office User" initials="MOU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06A6"/>
    <a:srgbClr val="000000"/>
    <a:srgbClr val="660066"/>
    <a:srgbClr val="DFA267"/>
    <a:srgbClr val="10B9A7"/>
    <a:srgbClr val="FEDC32"/>
    <a:srgbClr val="FDBA53"/>
    <a:srgbClr val="F4B3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85" autoAdjust="0"/>
    <p:restoredTop sz="91093" autoAdjust="0"/>
  </p:normalViewPr>
  <p:slideViewPr>
    <p:cSldViewPr snapToGrid="0">
      <p:cViewPr varScale="1">
        <p:scale>
          <a:sx n="57" d="100"/>
          <a:sy n="57" d="100"/>
        </p:scale>
        <p:origin x="80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6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13T05:10:21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10121 7633 375 0,'0'0'0'0,"0"0"0"0,-3 0 0 0,3 0 5 0,0 0 1 16,0 0-6-16,-6 0 0 0,6 0 12 0,-4 0 0 15,4 0-12-15,-13 0 0 0,13 0 11 0,-22 0 2 0,22 0-13 16,-30 0 0-16,30 0 8 0,-28 0 1 0,28 0-9 15,-32 0 0-15,32 0 7 0,-33-6 1 0,10 3-8 16,3 1 0-16,-1 0 9 0,-5-4 1 0,-3 3-10 16,1 6 0-16,2-3 9 0,-6 0 1 0,2 6-10 15,8-2 0-15,-4-1 9 0,7 3 2 0,-2-6-11 16,3 7 0-16,-1-1 9 0,-1-4 1 0,-5 2-10 16,9-4 0-16,-1 3 12 0,-2 3 1 0,1-4-13 15,5 2 0-15,0 1 16 0,-6 1 1 0,8-6-17 16,1 0 0-16,5 0 27 0,3 0 1 0,-2 0-28 0,4 0 0 15,-2 0 35-15,2 0 1 0,0 0-36 0,0 0 0 16,0 0 40-16,0 0 0 0,0 0-40 0,2 0 0 16,-2 0 36-16,4 2 0 0,3-1-36 15,7 3 0-15,12-4 33 0,0 6 1 0,5-6-34 0,3 0 0 0,-2 0 26 16,5 0 2-16,-9 0-28 0,5 0 0 0,-1-6 30 16,-2 1 0-16,1 3-30 0,1-4 0 0,2 1 28 0,3-1 1 15,-3 4-29-15,-3-2 0 0,1 4 34 0,-2 4 0 16,-1-4-34-16,3 0 0 0,0 0 31 0,0-6 1 15,-3 3-32-15,9 1 0 0,1 0 31 0,7 2 0 16,-1-4-31-16,-2 2 0 0,2 2 35 0,-8-3 1 0,6 1-36 16,0 0 0-16,1 2 27 0,-3-4 0 15,2 2-27-15,2 2 0 16,1 0 26-16,-1 0 1 0,5-3-27 0,3 1 0 0,-3-6 28 0,4 5 1 0,2-3-29 16,-4 4 0-16,2 2 28 0,2 2 1 0,2 0-29 15,0 2 0-15,7-1 28 16,-2 3 0-16,8-4-28 0,-6 3 0 15,6-3 25-15,-4 2 1 0,7 0-26 0,-3-1 0 0,8-1 20 16,-1-2 0-16,4 6-20 0,2-4 0 0,-1 1 17 16,-2 3 0-16,6-6-17 0,-3 2 0 0,4 0 14 0,1 0 1 0,-1-2-15 0,-5-4 0 0,1-2 14 15,-4 1 1 1,1 1-15-16,-1 0 0 0,2-1 11 0,-4-3 0 0,-2 6-11 0,-5-1 0 0,-4 1 11 16,-3 0 0-16,-5 2-11 15,3-4 0-15,-5 2 10 0,-3-5 0 0,2 1-10 0,-7 1 0 0,-1-1 9 0,-3-1 1 16,2 1-10-1,-3 4 0-15,-3-1 9 0,4 3 1 0,-6-2-10 0,-4 2 0 0,-5-6 9 0,-2 2 1 16,-2 3-10-16,-5-1 0 16,-1 2 9-16,-3 0 0 0,-4 0-9 15,-4 0 0-15,-1 0 9 0,-4 0 0 0,-2 0-9 16,1 0 0-16,-3 0 9 0,0 0 0 0,0 0-9 16,0 0 0-16,0 0 9 0,0 0 0 0,-3 0-9 15,-5 0 0-15,-5 2 9 0,-2-1 0 0,-11 1-9 16,0 0 0-16,-6 0 8 0,-3 2 0 0,-1-2-8 15,-3 1 0-15,2-3 8 0,-6 0-1 0,-2 0-7 16,-1 2 0-16,-1 4 8 0,-5-1 0 0,-6-1-8 0,-3 0 0 16,-12-4 8-16,1 0 0 0,-9 2-8 0,1 1 0 15,-4-3 7-15,1 0-1 0,-9 0-6 0,-6 2 0 16,-7 0 6-16,-5 0 0 0,-1 0-6 0,-5 0 0 16,-7 1 3-16,7-3 0 0,-10 6-3 0,3-4 0 0,-2 3 2 15,-2 1 1-15,8-2-3 0,5 5 0 0,3-2 1 16,2 5 1-16,1 1-2 0,4-4 0 0,2 0 0 0,-1 1 1 15,1 1-1-15,-3 2 0 0,-1 2 0 0,0-2 0 16,3 3 0-16,5-1 0 0,3-5 0 0,3-3 0 16,7 2 0-16,8 4 0 0,5 0 0 0,3 2 0 15,3 0 0-15,1-2 0 0,4-2-2 0,7-3 1 16,5-3 1-16,6 5 0 0,2-1-4 0,6 0 1 16,-2-1 3-16,3 1 0 0,1-3-5 0,3-5 0 0,2 1 5 15,4 2 0-15,-2 2-4 0,5-6-1 0,2 0 5 16,3 7 0-16,6-7-4 0,1 6 0 0,5-5 4 15,-1 1 0-15,5-2-4 0,0 0-1 0,0 2 5 16,0 0 0-16,0-2-5 0,0 0 0 16,0 0 5-16,0 6 0 0,0-6-5 0,2 0-1 0,9 2 6 15,13-1 0-15,10 5-7 0,7-2 0 0,7-4 7 16,-1 0 0-16,12 0-6 0,3-6-1 0,-1 2 7 0,14 1 0 16,3-3-8-16,8-1 1 0,7-3 7 0,4 1 0 15,9 2-6-15,8 1-1 0,9-5 7 0,0-2 0 16,3-2-6-16,10 4 1 0,2-6 5 0,2 2 0 0,-4 0-4 15,2-1 1-15,-2 1 3 0,9-4 0 0,-3 6-3 16,-1 0 0-16,5-4 3 0,-3 8 0 0,1 3-2 16,-1 1 0-16,-3-3 2 0,-4 3 0 0,-8-6-2 0,1-1 0 15,-6 9 2-15,-8-3 0 0,-5 4-2 0,-3-1 1 16,-5 1 1-16,-1 2 0 16,-8-4-1-16,-4 2 0 0,1 2 1 0,-6 0 0 0,-6 0 0 0,-2 0 0 15,-5-4 0-15,-2 3 0 0,-9-1 0 0,-3-4 1 16,-10-1-1-16,-4 5 0 0,-12 0 3 0,-1 0 2 15,-7 2-5-15,-7-4 0 0,-6 2 5 0,-8 1 1 0,1 1-6 16,-1 0 0-16,-2 0 11 0,0 0 2 0,0 0-13 16,0 0 0-16,0 0 18 15,-2 0 1-15,-3-2-19 0,-12-2 0 0,-5-2 21 0,-8-1 1 0,2 1-22 16,-4 3 0-16,2 3 20 0,2-2 0 16,-11 0-20-16,-4 2 0 0,-7 0 14 0,-8 0 2 0,58 0-1659 15</inkml:trace>
  <inkml:trace contextRef="#ctx0" brushRef="#br0" timeOffset="4937.41">23611 10247 1030 0,'0'0'0'0,"0"0"0"0,-3 0 0 0,3 0 28 0,-4 0 1 0,4 0-29 0,-6 0 0 0,6 0 81 15,-13 0-1-15,13 0-80 0,-17 0 0 16,17 0 75-16,-11 0 0 0,11 0-75 0,-7 4 0 0,7-4 24 16,-10 7 2-16,10-7-26 0,-20 28 0 0,11-6 25 15,-6 8 1-15,4 2-26 0,-1 1 0 0,3 10 23 16,0-6 2-16,-1 8-25 0,-1 3 0 0,4 4 21 0,-3 6 2 16,3 0-23-16,-2-5 0 0,3-6 18 0,-1-1 1 15,-1-1-19-15,3-4 0 0,1-4 22 0,2-1 2 16,0-5-24-16,2-3 0 0,-2 2 29 0,2 0 1 0,0-4-30 15,0-6 0-15,4-3 27 0,-2 0 0 16,0-4-27-16,0 0 0 0,-2-2 19 0,0-4 1 0,0-3-20 16,1 0 0-16,1-1 15 0,2-1 0 0,-4-2-1408 15</inkml:trace>
  <inkml:trace contextRef="#ctx0" brushRef="#br0" timeOffset="5305.65">23472 10794 1218 0,'0'0'0'0,"0"0"0"16,3-21 0-16,-3 1 4 0,4-6 0 0,-2-2-4 0,0 0 0 0,1 0 20 15,3-2 0-15,1 1-20 0,1 1 0 0,-2 0 20 16,-5 0 0-16,9-4-20 0,5 4 0 0,0-1 15 16,5-1 1-16,2 0-16 0,1 0 0 0,1 2 11 15,2 2 2-15,2 2-13 0,2 2 0 0,5 3 9 0,4 2 0 16,-5 4-9-1,-1 6 0-15,-7 0 11 0,-1 8 1 0,-5 7-12 0,-1 1 0 16,-6 2 17-16,-2 6 1 0,-3 0-18 16,-3 3 0-16,-1 1 18 0,-2 3 1 0,-2-2-19 0,-2 2 0 0,-4 1 15 0,-1-1 0 0,-4-2-15 15,-1 0 0-15,-6 1 12 16,-5-3-1-16,1 3-11 16,-2-9 0-16,0 3 9 0,-1 0 0 0,1 1-9 0,-2 5 0 15,-2-5 6-15,-2 7 1 0,2-7-7 0,4-1 0 16,6-6 7-16,-1-2 0 0,2 4-7 0,-1 0 0 15,-3 0 14-15,2 2 2 0,3-3-16 0,3-3 0 0,5-5 21 16,4 1 2-16,4-1-23 0,-1-2 0 0,1 0 18 16,0 1 0-16,1 1-18 0,3 0 0 0,4-1 13 15,3 3 2-15,7-2-15 0,7-1 0 0,-25-3-1283 16</inkml:trace>
  <inkml:trace contextRef="#ctx0" brushRef="#br0" timeOffset="5605.88">24472 10230 1080 0,'0'0'0'0,"4"-6"0"16,1 1 0-16,3-4 1 0,3-4 0 0,-3 3-1 15,-5 3 0-15,-1 3 3 0,-2 2 0 0,-2 0-3 16,-1 1 0-16,-1-1 19 0,2 2 0 0,-2 0-19 16,-1 2 0-16,-3-1 13 0,-1 1-1 0,-8 9-12 15,-3 8 0-15,-8 11 10 0,-6 7 0 0,2 4-10 16,4 0 0-16,6 0 20 0,2 0 0 0,1 2-20 15,2-1 0-15,2 9 36 0,2 1 1 0,2-2-37 16,2 0 0-16,5-9 50 0,-2 6-1 0,5-10-49 0,-5 2 0 16,4-8 46-16,0-1 1 0,2-2-47 0,2 0 0 15,2 2 40-15,-2-4 0 0,1-2-40 0,1 0 0 0,2-3 35 16,1-1 0-16,1-5-35 0,1-4 0 0,0-2 30 16,2 1 1-16,3-10-31 0,4 0 0 15,8-8 22-15,4-1-1 0,-4-10-21 0,-5-7 0 0,-21 26-1298 16</inkml:trace>
  <inkml:trace contextRef="#ctx0" brushRef="#br0" timeOffset="6215.12">24776 10481 992 0,'0'0'0'0,"0"0"0"0,2-3 0 0,-2 3 0 0,2-8 0 0,-2 8 0 16,3-7 0-16,-3 7 0 0,4-4 1 0,-4 4-1 15,0-9 0-15,0 9 12 0,0-4 1 0,0 4-13 16,0-6 0-16,0 6 9 0,-2-3 0 0,2 3-9 15,-11-2 0-15,11 2 8 0,-13 7 1 0,13-7-9 16,-21 26 0-16,8-2 23 0,-2 6 0 0,4 2-23 16,4 3 0-16,3 2 37 0,4 2 1 0,-2-1-38 15,2-5 0-15,2-5 51 0,-2 0-1 0,4-8-50 16,1 3 0-16,-3-8 51 0,4 1-1 0,-2-5-50 0,3 2 0 0,2-3 45 16,-1-5 1-16,-3 3-46 0,7-6 0 0,-3 1 49 15,2-3-1-15,0 0-48 0,2 0 0 0,2-3 46 16,0-1 1-16,2-5-47 0,2-6 0 0,-1 0 36 0,3-2 0 15,-1-9-36-15,-3 4 0 16,0-4 31-16,-1 0 2 0,-3 3-33 0,-1 3 0 0,-5 5 32 0,-3 4 1 16,0 3-33-1,-3 5 0-15,-1 1 34 0,0 2-1 0,0 2-33 0,0-2 0 0,0 0 32 0,0 0-1 0,0 0-31 16,0 0 0-16,0 0 30 0,0 0 1 0,2 2-31 16,0 3 0-16,0 4 28 0,2 4 1 0,1 4-29 15,3 2 0-15,1-2 22 0,4 1 1 16,0-1-23-16,0-2 0 0,0-4 15 0,-2-4 2 0,4-3-17 15,-2 4 0-15,-1-7 13 0,-3-1-1 0,0 0-12 16,2 0 0-16,4 0 9 0,-2 0 0 0,4-5-9 16,0-6 0-16,0-4 8 15,-2-4 1-15,3-3-9 0,-3-2 0 0,-2-8 11 0,-2-3 0 0,2-3-11 0,-5-1 0 16,-3-2 17-16,1-3 1 0,-2 5-18 0,-4 5 0 16,-4 5 20-16,-2 2 2 15,-5 5-22-15,-2 4 0 0,-2-1 20 0,-3 6 1 0,1 0-21 0,4 0 0 0,-4 4 20 16,4 1 2-16,-2 3-22 0,4-1 0 0,3 4 14 15,5 0 2-15,-5 2-16 0,3 0 0 0,1 0 11 16,-3 0 1 0,3 4-12-16,-4 2 0 0,7 3 9 0,-5 4 0 0,4 7-9 0,2 6 0 0,-2 4 5 15,2 6-1-15,2-1-4 16,0-5 0-16,-2-30-1879 0</inkml:trace>
  <inkml:trace contextRef="#ctx0" brushRef="#br0" timeOffset="6502.47">25475 10587 1243 0,'0'0'0'0,"1"-2"0"0,-1 1 0 0,6-1 4 0,-2 0 1 0,-2 2-5 0,3 0 0 16,-3 0 14-16,0 0 2 0,-2 0-16 0,0 0 0 15,4 2 19-15,-3 0 1 0,1-1-20 0,-2 3 0 0,2 2 14 0,2 1 0 0,-2 10-14 16,0 7 0-16,-2 10 11 0,2 6-1 0,1-2-10 15,-3-5 0-15,0-3 8 16,0-2-1-16,0 0-7 0,-2-2 0 0,-1-4 12 0,-1 4-1 0,2-5-11 16,0-1 0-16,2-1 16 15,4-3 0-15,-2 1-16 0,-2 2 0 0,-2-2 28 0,-2 1 1 0,4-3-29 16,4-6 0-16,-4-5 41 0,0-2 2 16,0 0-43-16,0 0 0 0,0-1 41 0,2-1 2 0,-2 0-43 0,2 2 0 15,-2-2 44-15,2 0 0 0,-2 0-44 16,5-2 0-16,-1-3 29 0,9-3 0 0,0-5-29 0,4-7 0 0,-17 20-1359 15</inkml:trace>
  <inkml:trace contextRef="#ctx0" brushRef="#br0" timeOffset="7438.75">26030 10766 564 0,'0'0'0'15,"0"0"0"-15,0 0 0 0,0 0 35 0,0 0 1 0,0 0-36 32,0 0 0-32,0 0 55 0,0 0 0 0,0 0-55 15,0 0 0-15,0 0 57 0,0 0 1 0,0 0-58 0,0 0 0 16,0 0 22-16,0 0 0 0,0 0-22 0,0 0 0 0,0 0 22 0,0 0 2 0,0 0-24 16,0 0 0-16,0 0 37 15,0 0 0-15,0 0-37 0,0 0 0 0,0 0 47 0,0 0 0 0,0 0-47 16,0 0 0-16,0 0 49 0,0 0 0 15,0 0-49-15,0 0 0 0,0 0 41 0,0 0 1 0,0 0-42 0,0 0 0 16,0 0 36-16,0 0 0 0,-4 0-36 16,4 0 0-16,-2 0 26 0,0 0 1 0,0 0-27 0,-1 0 0 0,3-2 20 15,-2 0 0-15,0 0-20 16,2 0 0-16,0 1 16 0,0-1 1 0,0 2-17 0,0-2 0 0,0 2 13 0,0 0 2 16,0 0-15-16,2-4 0 0,-2-3 14 15,0-3 1 1,2-5-15-16,-2-3 0 0,3-6 13 0,-1 0 1 15,0-4-14-15,0 0 0 0,2 2 12 16,0-2 0-16,-1 4-12 0,-1-1 0 0,-4 7 12 0,0 3-1 0,2 2-11 16,-1 0 0-16,1 4 14 0,-2 5 1 0,2 2-15 15,0 0 0-15,0 0 13 0,0 2 1 0,0-3-14 16,0 1 0-16,0 0 14 0,0 2 1 0,0 0-15 16,0 0 0-16,0 0 16 0,0 0 0 0,0 0-16 15,0 0 0-15,0 0 15 0,0 0 2 0,-2 0-17 16,-2 0 0-16,0 2 17 0,2 0 0 0,1 5-17 15,2 8 0-15,-1 7 17 0,-1 8 1 0,1 2-18 16,1-5 0-16,1-4 14 0,2-5 2 0,2 3-16 16,-1-6 0-16,3 1 11 0,1 1 1 0,-2-4-12 0,1-2 0 15,-1-3 9-15,-1-3 0 0,3 1-9 0,-1 0 0 16,-1-1 8-16,1 1 1 0,-1-3-9 0,1-1 0 0,-1-2 10 16,0 0 0-16,3 0-10 0,-1-2 0 0,0-3 8 15,3-4 1-15,-1-6-9 0,2-4 0 0,2-3 8 16,1-6 1-16,-2 4-9 0,-3 3 0 0,-6 1 11 15,-3 3 2-15,-2 2-13 0,0 4 0 0,0 5 13 0,0 5 1 16,0 1-14-16,0 0 0 16,0 0 14-16,0 0 2 0,0 0-16 0,0 0 0 0,0 0 18 0,0 0 1 15,0 0-19-15,0 0 0 0,0 0 14 16,0 1 1-16,2 3-15 0,2 2 0 0,1 3 11 0,3 4 0 16,1 2-11-16,2 2 0 0,2 1 8 0,2 1 1 0,2-2-9 15,0-3 0-15,0-4 4 16,1-6 0-16,-1 1-4 0,0-3 0 0,-1 0 1 0,3-2 2 15,-2 0-3-15,0 0 0 0,-1-4 0 0,1-1 0 0,0-3 0 16,0-3 0-16,-2-6 0 0,0-1 0 0,-4-5 0 16,2-1 0-16,0 0 0 0,0 2 0 15,-2-4 0-15,-2-1 0 0,-1 1 0 0,-4 2 0 0,-1-6 0 0,-3 8 0 16,-3-2 3-16,-5 5 1 0,-1 1-4 0,-1-1 0 16,-3 6 13-16,4-2-1 0,2 6-12 0,1 5 0 15,0-1 18-15,5 3 1 0,-3 0-19 0,0 0 0 0,0 2 23 16,3 2-1-16,-3 0-22 0,0 0 0 0,2 3 18 15,0-3 0-15,-1 9-18 0,-1 4 0 16,-2 7 12-16,-1 12 2 0,1-6-14 0,3 2 0 0,1-4 5 16,0 0 1-16,0 0-6 15,2-2 0-15,0-24-1781 0</inkml:trace>
  <inkml:trace contextRef="#ctx0" brushRef="#br0" timeOffset="7802.15">26749 10557 1192 0,'0'0'0'0,"4"-3"0"0,1-3 0 0,5-1 13 0,3-3-1 0,0 3-12 0,-2 1 0 0,-2 1 26 0,-1 1 0 0,-3 2-26 16,1 0 0-16,-2 1 28 0,-3 1 1 0,-1-4-29 15,0 4 0-15,2 0 19 0,0 0 0 0,0 0-19 16,0 4 0-16,0-4 12 0,0 1 2 0,-1 5-14 16,1 5 0-16,0 10 10 0,0 7 0 15,-4-1-10-15,-2 1 0 0,-5 2 12 0,-4 2 1 0,2-3-13 0,2-2 0 16,3-9 11-16,-1 1 1 0,-1-3-12 0,1-2 0 15,5-1 14-15,0-6-1 0,0-1-13 0,0-1 0 0,0 1 17 16,1 1 0-16,-1-5-17 0,0 0 0 0,0-2 19 16,2 0 1-16,0 0-20 0,0 2 0 0,0-2 31 15,0 0-1-15,2 0-30 0,0 2 0 0,0-2 42 16,-1 0 2-16,3 0-44 0,4 0 0 0,5-2 46 0,5-4 0 16,5-1-46-1,-1 5 0-15,0-2 46 0,1-1 1 0,-1-3-47 0,-1 3 0 0,-7-1 46 0,5 0 0 16,0 1-46-16,-1-1 0 15,1 2 42-15,0-3 1 0,-1 3-43 0,5 2 0 0,3-3 27 0,3 3 1 0,-1-4-28 16,0-5 0-16,-28 11-1593 16</inkml:trace>
  <inkml:trace contextRef="#ctx0" brushRef="#br0" timeOffset="8007.89">27914 10511 1482 0,'0'0'0'0,"1"0"0"0,-1 0 0 0,0 0 20 16,2 0 1-16,0 0-21 0,0 0 0 0,0 0 48 15,0 0-1-15,1-2-47 0,3 0 0 0,1-1 47 0,5 3 0 0,1-6-47 0,3 0 0 0,3 5 25 16,2-9-1 0,-3 3-24-16,-5 5 0 0,-3-2 14 0,-1 0 0 0,-2 3-14 0,5-1 0 0,-1 0 9 15,6-2 1-15,1 2-10 16,3 2 0-16,1-2 7 0,6 1 1 0,0-1-8 0,0 2 0 0,-28 0-1368 0</inkml:trace>
  <inkml:trace contextRef="#ctx0" brushRef="#br0" timeOffset="8280.32">28474 10504 1344 0,'0'0'0'0,"0"0"0"16,0 0 0-16,0 0 3 0,0 0 1 0,0 0-4 15,0 0 0-15,0 0 3 0,0 0 0 0,0 0-3 16,0 0 0-16,2 0 73 0,0 0 0 0,2 0-73 15,3-8 0-15,6 3 37 0,6-5 0 0,1 7-37 16,1-5 0-16,-2 2 27 0,-1 1 0 0,5-1-27 16,-3 4 0-16,-1-1 55 0,3 1 0 0,-3 2-55 15,-3 0 0-15,1 0 33 0,2 4-1 0,-2-1-32 16,-4-1 0-16,2 2 23 0,-2 1 0 0,-4-1-23 0,-2-2 0 16,-5 0 14-16,4 0 0 0,-2 2-14 15,5-4 0-15,-2 1 0 0,-1 1 0 0,1-2 0 16,10 0 0-16,2 0-4 0,5 2-1 0,-2-2 5 0,-1-4 0 0,1-1-22 15,-1-3 1-15,-1 1 21 0,-3 1 0 16,-17 6-1372-16</inkml:trace>
  <inkml:trace contextRef="#ctx0" brushRef="#br0" timeOffset="8907.45">29699 9988 1030 0,'0'0'0'0,"5"-5"0"16,3-3 0-16,3-1 2 0,2-4 1 0,0 2-3 16,0 3 0-16,-4-1 9 0,-1 3 0 0,-3 3-9 15,3-5 0-15,-1 3 20 0,1-1 2 0,-3 2-22 16,-1 1 0-16,-2 3 12 0,0-4 2 0,0 2-14 15,-1 0 0-15,1 0 9 0,0 0 1 0,0 2-10 16,-2 0 0-16,0 0 29 0,0 0 0 0,0 2-29 0,-2 2 0 16,-3 3 58-16,-1 5 1 0,-5 6-59 0,0 8 0 15,-2 2 59-15,-4 8 2 0,6 3-61 0,3-2 0 16,4-2 56-16,3-3 0 0,2 1-56 0,3 1 0 0,2-4 40 16,3-4 2-16,0-4-42 0,1-2 0 0,-1-5 37 15,0-2 1-15,2-2-38 0,8-3 0 0,0-4 33 16,1-4 0-16,3-2-33 0,1 0 0 0,2 0 31 0,-4-2 0 15,4-3-31-15,-3-2 0 0,3-8 24 0,2-2-1 16,-6-1-23-16,-1-1 0 16,-5-1 26-16,-1-4 1 0,0 4-27 0,-2 3 0 0,-3 6 38 0,-5 0 0 15,1 4-38-15,-3 5 0 0,-3-2 38 0,0 6 2 16,0 2-40-16,0-2 0 0,0 0 34 0,0 4 2 0,0-4-36 16,0 2 0-16,-1 0 27 0,-3-1 0 0,4 1-27 15,0 4 0-15,0 3 20 0,4 6 2 0,1 2-22 16,4 1 0-16,1 3 14 0,3 1 2 0,0-7-16 15,0-2 0-15,0-5 10 0,0-5 1 0,0-1-11 16,-2-2 0-16,-3-2 7 0,-3 0 0 0,3 1-7 16,1-3 0-16,4-2 4 0,-2-3 2 0,0-8-6 15,-1-5 0-15,1-10 3 0,0-7 2 0,-2 8-5 16,-3-5 0-16,-4 7 3 0,0-3 1 0,-2 4-4 0,-2 2 0 16,-2 4 5-16,-3 3 2 0,1 4-7 0,1 4 0 15,-1 4 13-15,2 1 1 0,1 2-14 0,-1 2 0 0,2 0 20 16,2 1 1-16,-4 1-21 15,0 1 0-15,3 1 17 0,-5 0 1 0,2 6-18 16,2 1 0-16,-1 10 14 0,1 5-1 0,4 0-13 0,1-2 0 0,-3-22-1864 16</inkml:trace>
  <inkml:trace contextRef="#ctx0" brushRef="#br0" timeOffset="9477.29">30660 10098 1482 0,'0'0'0'0,"0"-2"0"0,2 0 0 0,0-3 1 0,3 3 0 0,-3 2-1 0,0 0 0 0,2 0 13 0,-2 2-1 0,-2 0-12 16,1 1 0-16,1 1 28 0,4 0 0 0,-6 7-28 16,0 7 0-16,0 9 15 0,0 2 0 0,0 5-15 15,0-4 0-15,-4-4 11 0,0-2 1 0,3-4-12 16,1-1 0-16,-2-2 13 0,0-6 2 0,2-2-15 16,0-2 0-16,0-3 19 0,0-4 0 15,0 2-19-15,0 0 0 0,0-2 19 0,0 0 1 0,0 0-20 16,0 0 0-16,0 0 25 0,0 0 0 15,2 0-25-15,0-2 0 0,3-5 33 0,3-1 2 0,3-7-35 16,2-7 0-16,4-8 36 0,1-5 1 16,1 3-37-16,-2 4 0 0,1 6 43 0,-1 7 0 0,-2 0-43 0,-4 6 0 15,-7 3 39-15,2 4-1 0,-6 1-38 0,3 1 0 0,3 0 63 16,-4 1 0-16,3 1-63 0,-3 0 0 0,2 2 68 0,1-2 0 16,-3 3-68-16,6 5 0 0,-1 5 40 0,1-2 0 15,-1 3-40-15,2 3 0 0,-1 0 27 0,-1-3 0 16,-3 3-27-16,-2-10 0 0,-2-3 14 0,-2-3 2 15,2-1-16-15,0 0 0 0,0 2 9 0,0-4 0 16,0 2-9-16,0 0 0 0,0-2 5 16,0 0 0-16,0 0-5 15,0 0 0-15,0 0 4 0,0 0 0 0,2-2-4 0,2-6 0 0,-1-5 2 0,-1-5 2 0,6-6-4 16,3-4 0-16,4-8 2 0,3 1 0 0,1 0-2 16,-4 7 0-16,-4 5 3 0,-3 7 2 0,-3 3-5 15,1 1 0-15,-2 9 4 0,3 5 2 0,-1-2-6 16,-3 0 0-1,-1 1 8-15,0 1 1 0,2 2-9 0,1 2 0 16,3-3 9-16,1 7 1 0,2 3-10 0,2 2 0 0,2 7 8 16,0 2 1-16,0 0-9 0,2-7 0 0,-6-2 7 0,0-2-1 15,-3-2-6-15,1-2 0 16,-3 1 4-16,-3-5-1 0,-1 1-3 0,0-2 0 0,2-1 0 16,-1-3 1-16,-1 4-1 0,-2-2 0 0,0-2 0 15,2 0 0-15,0 0 0 0,2-2 0 0,-4 2-1982 16</inkml:trace>
  <inkml:trace contextRef="#ctx0" brushRef="#br0" timeOffset="9713.59">31102 9439 1293 0,'0'0'0'0,"0"-3"0"0,-4-8 0 0,2-2 6 0,0-4 0 16,2 2-6-16,4 7 0 0,1-1 15 0,5 5 1 0,3 4-16 16,5 0 0-16,5 2 11 0,7 4 2 0,-2 7-13 15,5 4 0-15,4 5 12 0,4 8 1 0,-2 1-13 16,4 5 0-16,2 6 9 0,0 5 1 0,-2 1-10 15,-4 3 0-15,-6 1 8 0,-1-2 0 0,-4 2-8 16,-2-2 0-16,-7 2 13 0,-6-3 0 0,-2 7-13 16,-7-1 0-16,-6 3 31 0,-2 5 2 0,-11-1-33 15,-9 3 0-15,-8 0 46 0,-9-6 0 0,-9 3-46 16,-10-1 0-16,-11 8 45 0,-11 2 1 0,-16-4-46 0,-14-2 0 16,112-65-1270-16</inkml:trace>
  <inkml:trace contextRef="#ctx0" brushRef="#br0" timeOffset="10214.4">24480 12382 1206 0,'0'0'0'0,"0"0"0"0,3-5 0 0,-3 5 31 0,8-6 2 0,-8 6-33 0,9-3 0 0,-9 3 67 0,11-4 0 0,-11 4-67 0,6-4 0 0,-6 4 53 16,4 0 1-16,-4 0-54 0,-2 11 0 0,2-11 26 16,-13 32 1-16,3-4-27 0,-3 9 0 0,0 13 16 15,-7 8 0-15,3 0-16 16,2-6 0-16,0-4 17 0,0-3 1 0,2-1-18 0,2-5 0 0,2 1 17 15,1-1 1-15,3-4-18 0,-1-2 0 0,0 3 41 16,1 1 2-16,1-7-43 16,4-4 0-16,0-8 30 0,2 1 1 0,4-4-31 0,-3-2 0 0,3-4 21 15,0-3 1-15,-1-4-22 0,1-2 0 0,-6 0-1391 0</inkml:trace>
  <inkml:trace contextRef="#ctx0" brushRef="#br0" timeOffset="10515.48">24407 12347 1332 0,'0'0'0'0,"4"-13"0"0,3-9 0 0,6-14 5 0,4-4 2 16,3-5-7-16,3 0 0 0,5 6 11 0,3 2 1 15,-1 7-12-15,2 4 0 0,0 11 21 0,-1 2-1 16,1 6-20-16,0 5 0 0,-1 4 22 0,1 5 2 0,-4 6-24 16,-6 4 0-16,-5 11 17 0,-4 7 0 0,-4 2-17 15,-5 3 0-15,-4 2 14 0,0 5 2 0,-4-3-16 0,-3 5 0 16,-6 1 18-16,0 2 0 15,-4-2-18-15,2-7 0 0,-2-7 20 0,-1-3 0 0,-3-3-20 0,-1-2 0 16,0-4 30-16,-6 0 1 0,3-3-31 0,3-5 0 16,1-5 40-16,1-1 1 0,-1-3-41 15,3 1 0-15,-3-3 53 0,3 1 2 0,1-6-55 0,2 0 0 0,4 0 55 16,5 0 1-16,3 0-56 0,-1 0 0 0,2 0 44 16,0-6 1-16,4-3-45 0,5-6 0 0,6-5 28 15,6-5 1-15,7-3-29 0,4-1 0 0,-30 29-1576 0</inkml:trace>
  <inkml:trace contextRef="#ctx0" brushRef="#br0" timeOffset="10803.15">25720 11921 979 0,'0'0'0'0,"0"0"0"16,6-5 0-1,-6 5 7-15,13-13 0 0,-13 13-7 0,9-10 0 0,-9 10 0 0,2-3 0 0,-2 3 0 16,2-4 0-16,-2 4 12 0,2-2 0 15,-2 2-12-15,-6-6 0 0,6 6 18 0,-13-5 1 16,13 5-19-16,-26-2 0 0,4 6 16 16,-4 1 0-16,0 12-16 0,2 2 0 0,-1 12 29 0,-3 8 0 0,6 2-29 0,0 6 0 15,-3 8 42-15,1 7-1 0,2-4-41 0,3-1 0 0,4 3 41 16,4-3 0-16,0 1-41 16,4 3 0-16,-1-5 46 0,6 8 1 0,0-7-47 15,2-3 0-15,6-5 46 0,1-5 1 0,-1 1-47 0,0-1 0 0,1 1 39 0,0 0 0 16,1-10-39-16,-3-3 0 0,5-6 31 0,1-8 2 15,2-1-33-15,0-2 0 0,-2-4 21 0,6-3 0 16,-2-10-21-16,-2-4 0 0,-13 6-1260 16</inkml:trace>
  <inkml:trace contextRef="#ctx0" brushRef="#br0" timeOffset="11404.34">26060 12293 916 0,'0'0'0'0,"1"-4"0"16,-1 1 0-16,0-3 3 0,0-1-1 0,2-3-2 16,2-1 0-1,-2 2 1-15,0 2 1 0,-2-5-2 0,2 5 0 0,-2 1 47 0,-2 1 0 16,2 1-47-16,0 2 0 16,0 0 27-16,0 2 0 0,0 0-27 0,0 0 0 15,0 0 24-15,0 0 1 0,-4 6-25 0,-2 9 0 0,-7 9 76 16,-1 6 0-16,-1 1-76 0,5-1 0 0,3-6 74 15,3 0 0-15,0-1-74 0,4 3 0 0,-1 2 77 16,-3 3-1-16,8-6-76 0,-1-1 0 0,7-7 58 16,-1-3 2-16,6-1-60 0,-2 0 0 0,4 0 40 0,-2 0 2 15,1-3-42-15,3-6 0 0,0-4 31 0,-1-2 2 16,-1-6-33-16,-6 3 0 0,0-1 20 0,2-1 1 16,-3 5-21-16,-5-2 0 0,1 0 15 0,-2 1-1 15,-1 1-14-15,1-2 0 0,-2 4 10 0,-2-2 2 16,0 2-12-16,0 0 0 0,0 0 5 0,0 0 2 0,0 0-7 15,0 0 0-15,0 0 3 0,0 0 2 0,0 0-5 16,2 2 0-16,-2 4 2 0,0-3 1 16,3 7-3-16,1 3 0 0,0 0 2 0,2-2 0 0,1 4-2 15,2-4 0-15,4-6 1 0,2 1 0 0,2-2-1 16,2-4 0-16,-1-4 1 0,3 4 0 0,-1-6-1 16,3-3 0-16,5-4 1 0,1-5 1 0,-1-3-2 15,2-5 0-15,2-6 1 0,-1-1 0 0,1-6-1 16,-2-2 0-16,-2 2 0 0,0 0 1 0,-4 2-1 0,-2 3 0 15,-8 4 1-15,-5 8 1 0,-4 0-2 0,1 1 0 16,-2 4 10-16,-4 1 2 0,-2 1-12 0,0 2 0 16,-2 0 23-16,-1 2 1 0,-3-2-24 0,3 1 0 0,-5-1 30 15,-1-3 1-15,0-1-31 0,0 4 0 0,-2 0 35 16,-2 2 0-16,4 3-35 0,1-1 0 0,3 5 33 16,5 4-1-16,0 0-32 0,0-5 0 0,0 3 27 0,-1 2 1 15,3 0-28-15,-2 0 0 0,0 0 19 0,0 0 1 16,-2 0-20-16,3 0 0 0,1 0 14 0,0 2 0 15,1 3-14-15,5-5 0 0,-6 0-1770 0</inkml:trace>
  <inkml:trace contextRef="#ctx0" brushRef="#br0" timeOffset="11704.6">27107 12396 1306 0,'0'0'0'0,"0"0"0"0,0 0 0 0,0 0 3 0,0 0 2 0,0 0-5 0,2 0 0 16,-2 0 15-16,0 0 2 0,0 0-17 15,0 0 0-15,0 0 55 0,0 0 0 0,0 0-55 0,0 0 0 16,0 0 28-16,0 0 1 0,-2 1-29 0,0 7 0 16,-4 9 21-16,-5 9 0 0,0 3-21 0,0 5 0 0,0 7 32 15,1 3 1-15,1-1-33 0,0-4 0 0,-1-3 39 16,1-5 2-16,0-3-41 0,3 0 0 0,-3 0 39 15,1-4 0-15,1-2-39 0,-1-1 0 0,3-2 43 0,-4-1-1 16,3 1-42 0,4-8 0-16,2-2 31 0,2-1 0 0,-2-1-31 0,0-3 0 0,0 3 29 0,2-1 1 15,-2-2-30-15,0 3 0 16,0-3 20-16,0 1 0 0,2-10-20 0,1-6 0 0,-3 11-1518 0</inkml:trace>
  <inkml:trace contextRef="#ctx0" brushRef="#br0" timeOffset="12444.38">27196 11876 1344 0,'0'0'0'15,"0"-1"0"-15,4-3 0 0,-2 0-1 0,2 0 0 16,-1 1 1-16,1-1 0 0,-2 0-13 0,-2 1 1 0,0-1 12 0,2 0 0 0,-2-1 16 0,5-3-1 16,-3 1-15-16,0 1 0 0,2 1 14 0,-2 1-1 15,-2 0-13-15,1 2 0 0,1 0 14 0,-2 0 0 16,0 1-14 0,4 1 0-16,-2 0 50 0,0 0 0 0,0 1-50 0,1 1 0 0,1 2 57 0,-2 0 1 15,4 3-58 1,-3 8 0-16,5 7 49 0,-3 4 2 0,1-1-51 15,-1-3 0-15,-1 0 42 0,-2-1 1 0,0-1-43 0,0-1 0 0,-2-2 29 0,0-3 1 0,0-1-30 16,2-3 0-16,-2-6 23 0,0 1-1 0,0-5-22 16,0 2 0-16,0 0 20 0,0 0 1 15,0 1-21 1,0-3 0-16,0 0 15 0,0 2 2 0,0-2-17 0,0-2 0 0,0-1 16 0,0 1 1 0,2-2-17 16,1-11 0-1,5-7 18-15,1-8 1 0,4 0-19 0,4 6 0 0,0-2 26 0,3 2 0 0,-3 3-26 16,-4 5 0-16,-4 3 33 0,-3 2 1 15,-2 3-34-15,-1 4 0 0,1 3 38 0,0 1 1 0,-1 1-39 0,1 1 0 32,-2 0 33-32,0 0-1 0,2 2-32 0,-1 1 0 0,1 1 27 0,0 3 1 0,-2 4-28 0,0 4 0 15,3 0 19-15,-3 3 0 16,0 1-19-16,0-5 0 0,0-1 14 0,-1-2 0 0,-1-3-14 0,0-1 0 0,2-2 7 16,0-3 0-1,-2 2-7-15,0-6 0 0,0 1 2 0,0-1 1 16,0 0-3-16,0 0 0 0,0 0 2 0,0 0-1 15,0 0-1-15,0 0 0 0,2 0 1 0,0-1 0 0,3-9-1 16,5-6 0-16,8-9 0 0,7-3 1 0,-1 1-1 16,0 1 0-16,-2 1 1 0,-1 3 0 0,-1 3-1 15,-1 3 0-15,0 3 6 0,-4 0 0 0,-2 1-6 0,-2 5 0 0,-6 7 12 0,-3 2 0 16,2 2-12-16,-4-4 0 0,2 0 20 0,0 0 1 16,0 1-21-16,-1 3 0 0,1 4 16 0,4-1 1 15,-2 6-17 1,-1 6 0-16,1 1 13 0,0 2 0 0,0 1-13 0,-3-3 0 0,-2-3 10 0,-1-2 0 0,0-4-10 15,2 2 0-15,0-4 4 0,0-1 0 0,0-1-4 16,2 6 0-16,-2-2 1 0,0 6 0 0,0 0-1 16,0 2 0-16,0 1 0 0,0 2 0 0,0-22-1969 15</inkml:trace>
  <inkml:trace contextRef="#ctx0" brushRef="#br0" timeOffset="12807.67">28279 11532 1306 0,'0'0'0'0,"0"0"0"0,0-3 0 0,0 3 33 0,0-4 2 15,0 4-35-15,0-4 0 0,0 4 69 0,0-4 0 16,0 4-69-16,0-1 0 0,0 1 80 0,0 1 1 15,0-1-81-15,0 0 0 0,0 0 19 0,0 0 0 16,0 0-19-16,0 0 0 0,0 0 25 0,0 4 0 16,0-4-25-16,22 24 0 0,6 4 31 0,9 9-1 0,2 3-30 15,-3 4 0-15,-1 3 27 0,1-1 0 0,-5 6-27 16,-3 0 0-16,0 4 24 0,-7 2 1 0,-3 1-25 16,-5 3 0-16,-5 3 18 0,-3-6 0 0,-8 8-18 15,-1 0 0-15,-5 2 12 0,-4 0 2 0,-8-4-14 16,-1 2 0-16,-8-7 8 0,-7-3 0 0,-2 3-8 15,-8-1 0-15,-7 5 4 0,-2 1 2 0,-4-2-6 0,-7-5 0 16,-5-6 2-16,-5 0 1 0,-10 2-3 0,-6 0 0 16,-6 0 1-16,-7-4 1 0,106-50-1519 0</inkml:trace>
  <inkml:trace contextRef="#ctx0" brushRef="#br0" timeOffset="25600.05">8400 12345 99 0,'0'0'0'0,"0"0"0"0,0 0 0 0,0 0 0 16,0 0 1-16,0 0-1 0,0 0 0 0,0 0 6 16,0-2 0-16,0 2-6 0,0-3 0 0,0 3 9 15,0-2 1-15,0 2-10 0,0-6 0 0,0 6 5 16,0-2 2-16,0 2-7 0,0 0 0 0,0 0 8 16,-2 0 0-16,2 0-8 0,-6 0 0 0,6 0 9 0,-2 0 1 15,2 0-10-15,0 0 0 0,0 0 9 0,0 0 1 16,0 0-10-16,0 0 0 0,0 0 10 0,0 0 0 0,0 0-10 31,2 4 0-31,-2-4 8 0,6 4 0 0,-6-4-8 16,18 7 0-16,3 1 7 0,5 1-1 0,-2-2-6 0,-1-1 0 0,-1-2 7 0,0-1 0 0,1-3-7 31,-1 4 0-31,-2 0 7 0,-1 2-1 0,-2-5-6 0,3 1 0 0,5-2 13 0,-5 0-1 0,-1 2-12 16,-1 0 0-16,3-2 16 0,-3 0 1 0,1 2-17 15,3 0 0-15,3-2 18 0,1 0-1 16,-2 0-17-16,2 0 0 0,2-2 21 15,4-2 0-15,1 0-21 0,3 3 0 0,-3 1 22 0,-1 1 1 0,1-1-23 0,1 0 0 16,1 0 21-16,-1-1 2 0,3 1-23 0,2-4 0 16,6 4 20-16,-4 0 1 0,4 0-21 0,-6 0 0 0,0 0 27 15,4 0 1-15,-4 0-28 16,-4 0 0-16,1 0 30 0,-1 0 2 0,2 0-32 0,1-2 0 16,1-2 27-16,-2 0 1 0,4-3-28 0,-4 5 0 15,4 0 27-15,-3 0 1 16,1 1-28-16,4 1 0 0,3 0 23 0,-1 0 2 15,1 0-25-15,5 0 0 0,-5 0 19 0,5 0 1 16,-1 1-20-16,-3 1 0 0,-3 0 19 0,-3 2 1 16,2-2-20-16,2 1 0 0,3-3 15 0,3 2 1 15,-1-2-16-15,0 0 0 0,2 0 13 0,-3 2 2 16,5-2-15-16,-2-2 0 0,0 0 12 0,-2-3 1 0,6 3-13 16,-2 2 0-16,4-2 11 0,0 0 1 0,-2 2-12 15,-2 0 0-15,0 0 9 0,2 0 0 0,-2 2-9 16,2 0 0-16,1-2 9 0,1 2 0 0,0 3-9 15,-6-5 0-15,-7 0 8 0,-2 0 1 0,1 2-9 16,5-2 0-16,-2 2 10 0,-1 0 1 0,-1 0-11 16,5 4 0-16,-3-6 14 0,-3 3 0 0,5 1-14 15,-1-4 0-15,1 2 15 0,3 0 1 0,-4 3-16 0,5-3 0 16,1 4 17-16,-2 1-1 0,-2-1-16 0,-2 1 0 16,-3-7 15-16,-2 0 1 0,2 4-16 0,-2 1 0 0,1-3 11 15,5 0 1-15,-3 0-12 0,5 2 0 0,-5-1 10 16,5 1 2-16,-5-2-12 15,4 0 0-15,-3 0 7 0,0 0 2 0,1-2-9 0,1 0 0 0,-1 2 8 16,4-1 0-16,-2-1-8 0,3 0 0 16,-7 0 7-16,-1 0 0 0,2 0-7 0,1 0 0 0,0 0 5 0,5 0 1 15,-5 0-6-15,-1 2 0 0,-3 0 5 0,-1 2 1 16,0-4-6-16,2 0 0 0,-2 0 4 0,-6 0 2 0,6 0-6 16,0 0 0-16,1 2 6 0,3 1-1 0,-2-1-5 15,-3-2 0-15,-1 0 5 0,0 2-1 0,0-2-4 16,4-2 0-16,2 0 4 0,-3 1 0 0,7 1-4 15,1 0 0-15,0 0 3 0,0 1 1 0,0-1-4 16,-1-1 0-16,-7-3 3 0,-3 4 2 0,4-4-5 16,5 4 0-16,-1 4 3 0,7-4 0 0,0 0-3 15,-4 0 0-15,0 0 4 0,-2 0-1 0,3 0-3 16,4-6 0-16,-5 1 2 0,6-1 2 0,-7 2-4 0,8 1 0 16,-1 1 3-16,0 0 1 0,-1-2-4 0,3 0 0 15,3 1 3-15,-3-3 1 0,3 1-4 16,-3 1 0-16,3 0 5 0,1-1-1 0,-3 3-4 0,1-4 0 0,-3 4 5 15,-1-1-1-15,2-3-4 16,1 2 0-16,1 1 5 0,1-5 0 0,-1 2-5 0,-3 3 0 0,1-1 5 0,3 2-1 16,-5-2-4-1,-2 1 0-15,-4-1 4 0,0-2 0 0,-2 5-4 0,3-3 0 0,-5-2 5 16,2 4-1-16,1-3-4 0,-3-4 0 16,-1 3 4-16,-1 0 0 0,1-1-4 15,-2-2 0-15,1 1 3 0,1 3 1 0,-3-1-4 0,-3 0 0 16,-1 1 2-16,1 1 1 0,-2 0-3 0,0 1 0 0,-2-3 3 0,0 1-1 0,-5-3-2 15,-6 3 0-15,0-7 2 0,-5-1 2 0,-1 4-4 16,-3 2 0-16,-4 3 3 0,0 4 1 0,-4-4-4 16,-1 4 0-16,-6 0 5 0,-2 0-1 0,0 0-4 0,0 0 0 15,0 0 5-15,0 0 0 0,-8 4-5 0,-9 0 0 0,-12 5 5 16,-7 2 1 0,36-11-1144-16</inkml:trace>
  <inkml:trace contextRef="#ctx0" brushRef="#br0" timeOffset="36247.37">3904 12146 225 0,'0'0'0'0,"0"0"0"0,0-9 0 0,0 9 5 16,11-15-1-16,-11 15-4 15,7-17 0-15,-7 17 21 0,0-7 1 0,0 7-22 16,6-4 0-16,-6 4 41 0,2-4 1 0,-2 4-42 16,1-1 0-16,-1 1 12 0,4-8 2 0,-4 8-14 15,6-5 0-15,-6 5 23 0,0-4 2 0,0 4-25 0,0-4 0 16,0 4 32-16,-6-4 1 0,6 4-33 0,0-3 0 0,0 3 31 15,0-4 1-15,0 4-32 0,0-6 0 0,0 6 28 0,6-11 1 16,-6 11-29 0,0-11 0-16,0 11 30 0,0-13 2 0,0 13-32 0,0-13 0 0,0 13 31 0,0-7 2 0,0 7-33 15,0-6 0-15,0 6 36 0,0-7 1 0,0 7-37 16,0-6 0-16,0 6 33 0,-10-7 1 0,10 7-34 16,-7-8 0-16,7 8 31 0,-7-7 2 0,7 7-33 15,-6-13 0-15,6 13 32 0,-7-13 1 0,7 13-33 16,-14-6 0-16,14 6 30 0,-13-4 2 0,13 4-32 15,-7 0 0-15,7 0 25 0,-6 0 2 0,6 0-27 16,-7 0 0-16,7 0 24 0,-6 0 1 0,6 0-25 16,-7 0 0-16,7 0 19 0,-9 2 0 0,9-2-19 0,-8 0 0 15,8 0 16-15,-7 4 0 16,7-4-16-16,-8 0 0 0,8 0 12 0,-5 4 0 0,5-4-12 0,-8 0 0 16,8 0 9-16,-4 0 0 0,4 0-9 15,-1 0 0-15,1 0 8 0,-6 3 1 0,6-3-9 0,-2 4 0 0,2-4 6 16,-5 0 1-16,5 0-7 0,-4 6 0 0,4-6 6 0,-2 0-1 15,2 0-5 1,-6 1 0-16,6-1 5 0,-7 4 1 0,7-4-6 0,-6 4 0 0,6-4 3 16,-7 4 1-16,7-4-4 0,-2 3 0 15,2-3 4-15,-9 6-1 0,9-6-3 16,-2 7 0-16,2-7 2 0,-6 4 2 0,6-4-4 16,-2 8 0-16,2-8 2 0,-5 7 0 0,5-7-2 15,-8 13 0-15,8-13 2 0,-7 22 2 0,7-22-4 16,-17 26 0-16,17-26 2 0,-13 17 1 0,13-17-3 15,-13 13 0-15,13-13 3 0,-6 19-1 0,6-19-2 16,-7 16 0-16,7-16 3 0,-2 12 1 0,2-12-4 16,-9 15 0-16,9-15 2 0,-13 14 1 0,13-14-3 15,-10 17 0-15,10-17 3 0,-5 22 0 0,5-22-3 0,-6 28 0 16,6-28 3-16,-7 30 1 0,7-30-4 0,-6 21 0 0,6-21 2 16,-2 9 1-16,2-9-3 0,-5 9 0 0,5-9 4 15,0 11-1-15,0-11-3 0,0 21 0 0,0-21 6 16,-4 31-1-16,4-31-5 0,-4 34 0 0,4-34 8 0,2 28 0 15,-2-28-8-15,0 22 0 0,0-22 8 0,0 22 1 16,0-22-9-16,0 27 0 0,0-27 10 0,0 27 1 16,0-27-11-16,0 32 0 0,2-15 10 0,4 5 1 15,-3-5-11-15,-3-2 0 0,2-4 8 0,-2 4 1 0,6-4-9 16,-6 2 0-16,0 0 10 0,2-4 0 16,1 2-10-16,-1 1 0 0,0-3 10 0,2 2 1 0,-4-2-11 15,5 4 0-15,-5-1 11 0,0 4 1 0,2-5-12 16,2 3 0-16,-2 0 13 0,0 3 0 0,-2-6-13 15,3 6 0-15,-3 2 12 0,2-1 1 0,-2 1-13 16,0 1 0-16,6 3 12 0,-6 1 0 0,0-2-12 16,0 0 0-16,-8-1 13 0,5-2 0 0,3 1-13 0,-2 4 0 15,0 0 14-15,2 1 0 0,0-1-14 16,0-4 0-16,-4-3 14 0,2-2-1 0,2 0-13 16,-5 1 0-16,5 1 12 0,5 0 1 0,-5-4-13 15,0 0 0-15,0-7 9 0,0-1 1 0,0 1-10 16,0-1 0-16,0 1 9 0,0-1 1 0,0 1-10 0,-5 0 0 15,1-1 7-15,2 3 1 0,0-1-8 0,-3 1 0 16,5 1 6-16,-6 0 2 0,4 4-8 0,-7 2 0 16,2 4 6-16,1 1 1 0,-1 2-7 0,-1 1 0 0,-5 1 6 0,0 0 1 15,6-3-7-15,-5-3 0 0,7-1 8 0,-3-4 0 16,6 2-8-16,-7-4 0 0,9 0 6 0,0-2 2 0,0-1-8 16,0-1 0-16,0 3 7 0,-2-1 1 0,-3-2-8 15,3-1 0-15,2 1 8 0,0 1 0 0,0 1-8 16,0 0 0-16,0 1 7 15,0-1 1-15,0 0-8 0,2 1 0 0,3-1 7 16,-3 0 0-16,2-1-7 0,3-3 0 0,1 5 5 0,-3-1 1 0,8 6-6 16,0 2 0-16,-1-4 6 15,3 1 0-15,-2 5-6 0,3-2 0 0,-1 0 5 0,4 1 0 0,-4-1-5 16,2 0 0-16,1-2 5 0,-3 1-1 0,-2 3-4 0,4-1 0 16,-4 1 4-16,0 0-1 0,-4-3-3 15,3 1 0-15,-5 2 2 0,0-1 2 16,5 3-4-16,-5-1 0 0,-1 1 2 0,1-1 1 15,4 12-3-15,-3-4 0 0,-3 2 4 0,3 3-1 0,-3 0-3 16,1 1 0-16,-4-1 2 0,0-1 2 0,1-6-4 16,-3-2 0-16,6-1 2 0,0-3 1 0,-5-11-3 15,1 4 0-15,2-1 4 0,2-3-1 0,-5 0-3 16,-1 0 0-16,2-1 5 0,2-2 0 0,-2 3-5 16,4-2 0-16,-5 1 6 0,3-5-1 0,2 3-5 15,-4-2 0-15,-1-1 8 0,3 1 0 0,-4-2-8 0,2-2 0 0,2 4 12 0,-2-2 1 0,-1 1-13 31,5 1 0-31,0 0 15 0,-1-2 2 0,3 1-17 16,-1-1 0-16,2 0 17 0,-1 0 1 0,-1-2-18 16,-5 0 0-16,8 0 18 0,-9 0 1 0,5 0-19 15,-4 0 0-15,3 0 18 0,1 0 0 0,7-9-18 0,0 3 0 16,0-7 18-16,2-6 0 0,11-12-18 0,-7-3 0 16,-6 1 13-16,4-3 2 0,1-32-15 0,-5 8 0 15,2-3 10-15,-2-2 1 0,-13 65-1752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13T05:11:19.9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16259 6612 99 0,'0'0'0'0,"0"0"0"0,-2-6 0 0,2 6 1 0,-17-5 2 15,17 5-3-15,-20 3 0 0,20-3 0 0,-28 4 0 16,9-2 0-16,0 0 0 0,-1-2 0 0,-2 0 0 16,-1 0 0-16,-1 5 0 0,0-5 0 0,-2 6 0 0,0-4 0 15,-2 3 0-15,2-3 0 0,-4 2 0 0,2-2 0 16,-4 3 0-16,2 1 0 0,1-4 0 0,-3 1 0 15,-2 1 0-15,1 0 0 0,3 2 0 0,-2-6 0 16,1 0 0-16,-1 0 0 0,6 1 0 0,-2-1 0 16,2 0 0-16,2 6 0 0,1-6 0 0,3 0 0 15,1 2 0-15,4 2 0 0,2-4 1 0,6 1-1 16,-1-1 0-16,5-1 1 0,1 1 1 0,-2 0-2 16,4 0 0-16,-2 0 5 0,0 0-1 0,0 0-4 15,2 1 0-15,0-1 6 0,0 0 1 0,0 2-7 0,2 2 0 16,2-4 11-16,2 6 1 0,8-3-12 0,11 7 0 0,8-5 19 15,10 3 0-15,2-3-19 0,0-5 0 0,-1 0 20 0,7 0 1 16,-3-5-21-16,8 5 0 0,2 0 18 16,7 0 0-16,-4 0-18 0,6 0 0 0,1 0 24 0,6 1 1 15,-1-1-25-15,5 0 0 0,4 0 28 16,9 0 1-16,-3-1-29 0,3-3 0 0,8 2 35 0,1 0 0 0,5 2-35 16,-1 2 0-1,1 4 36-15,1-6 1 0,4 5-37 0,0-1 0 0,0-4 32 0,-1 4 2 0,-2-4-34 16,-9 1 0-16,1 3 28 0,-2-4 1 0,-6 0-29 15,1-4 0-15,1-1 25 0,-2 1 0 0,-7 4-25 16,-6-5 0-16,-5 1 26 0,-6 0 3 0,0 0-29 16,-4 3 0-16,-5-3 26 0,-6 2 1 0,-7 2-27 15,-4 0 0-15,-9 0 22 0,-6 2 0 16,-8-2-22-16,-1-2 0 0,-9 2 20 0,-5-6 2 0,-1 5-22 0,0 1 0 16,-2 0 21-16,0 0 1 15,-7 0-22-15,-12 1 0 0,-9 1 21 0,-11 2 0 0,-6-4-21 0,-9-4 0 16,-7 1 20-16,-8-1 0 0,-4 4-20 15,-1 0 0-15,-1 0 19 0,-1 4 1 0,-3-4-20 16,-3 0 0-16,-3 1 21 0,-3-1 0 0,2 0-21 0,-3 0 0 0,-6 0 20 16,2 0 2-16,1 2-22 15,-1 2 0-15,0-2 22 0,-4 3 1 0,4 3-23 0,4-4 0 0,7 1 19 0,0-1 0 16,5 0-19-16,1 1 0 0,3-3 13 0,6 0 2 0,4-2-15 16,-2 0 0-1,7 0 14-15,0 0 1 0,4-2-15 0,4-4 0 0,9 1 11 0,5 1 0 16,7 4-11-16,2-4 0 15,5 3 8-15,5 1 1 0,6 0-9 16,2 0 0-16,3 0 8 0,6-6 1 0,0 6-9 0,0 0 0 0,0 0 8 0,6 0 0 0,-2 0-8 16,10 0 0-1,5-2 6-15,9-2 1 0,6 3-7 0,8-3 0 16,7 2 6-16,12 2-1 0,-3 0-5 0,0 0 0 0,3 2 4 16,3 2-1-16,1-3-3 0,4 1 0 0,7-2 2 0,-3 0 2 0,3 0-4 15,3 0 0-15,8 0 1 0,1 2 0 0,-4-2-1 16,-2-2 0-16,-4-1 0 15,-2-3 0-15,-5 2 0 0,2 1 0 0,-4-1 0 16,-4 2 0-16,-2-4 0 0,-11 5 0 0,-7-5 0 0,-10-1 0 0,-3 3 0 0,-2 2 0 0,-11 2 0 16,-4-4 0-16,-4 4 0 15,-2 0 0-15,-5 0 0 0,-4 0 0 0,0 0 0 0,0 0 0 0,0 0 0 0,0 0 0 32,-4-4 0-32,-3 3 0 0,-5-3 0 0,-3 0 1 0,-3 2-1 0,-3-1 0 15,1 1 1-15,-6 0 0 0,7 2-1 16,-1 0 0-16,8 0 3 0,5 4-1 0,-4-4-2 0,9 0 0 15,-2 3 4-15,1-3 1 0,3 0-5 16,-2 0 0-16,0 0 7 0,0 0-1 0,-2 0-6 16,4 2 0-16,0-2 8 0,0 0 0 0,4 0-8 15,2 4 0-15,3-2 7 0,2 1 1 0,-11-3-1091 16</inkml:trace>
  <inkml:trace contextRef="#ctx0" brushRef="#br0" timeOffset="30901.97">14824 15711 12 0,'0'0'0'0,"0"0"0"16,0 0 0-16,0 0 0 0,0 0 0 0,0 0 0 15,0 0 0-15,0 0 10 0,0 0 1 0,0 0-11 16,-4 0 0-16,4 0 18 0,-7-6 0 0,7 6-18 16,0-5 0-16,0 5 11 0,-8-4 1 0,8 4-12 15,-5-4 0-15,5 4 14 0,-6-4 1 0,6 4-15 16,-2-3 0-16,2 3 19 0,-5-4 0 0,5 4-19 16,0 0 0-16,0 0 19 0,-6 0 0 0,6 0-19 0,-3 0 0 15,3 0 17-15,0 0 1 0,0 0-18 0,0 0 0 16,0 0 13-16,0 0 1 0,0 0-14 15,0 0 0-15,0 0 11 0,0 0 1 0,0 0-12 0,0 0 0 16,0 0 10-16,0 0 2 0,0 0-12 0,0 0 0 0,0 0 11 16,0 0 1-16,0 0-12 0,3 0 0 0,-3 0 15 15,6 0 0-15,-6 0-15 0,22 0 0 0,2 0 18 0,10 0 2 16,-4 0-20-16,1 0 0 0,-4 0 21 0,4 0 1 16,-1 0-22-16,-2 0 0 0,2 0 22 0,0 0-1 15,1 0-21-15,1 0 0 0,2 0 28 0,-1 0 0 16,2 0-28-16,1 0 0 0,-1 0 31 0,4 0 1 15,1 0-32-15,-1 0 0 0,2-2 30 0,1 0 0 0,-4 0-30 16,5 0 0-16,-1 1 30 16,-1-1 0-16,0 2-30 0,0 0 0 0,0 0 26 0,0 0 0 15,-5 2-26-15,3-1 0 0,-2 1 23 0,0 0 1 0,-3 0-24 16,3 2 0-16,-3-4 23 0,-1 0 2 0,1 0-25 16,1 3 0-16,-1 1 19 0,-1 2 1 0,3-1-20 15,-1-1 0-15,1-2 24 0,3-2-1 0,-2 4-23 16,0-2 0-16,1 1 19 0,1 1 2 0,-2 0-21 15,2 1 0-15,0-3 21 0,4 2 0 0,-4 0-21 16,2-4 0-16,4-4 20 0,-2 0 2 0,1 4-22 0,9-2 0 16,-5 2 17-16,2 2 1 0,-1 0-18 15,3-2 0-15,-5-2 16 0,3 0 2 0,-5-1-18 0,1 1 0 16,1 2 15-16,-1-4 1 0,3 2-16 0,1 0 0 0,-3 2 15 16,3 2 1-16,-2-2-16 0,1-2 0 0,-4-1 16 15,1 1 0-15,1 0-16 0,-1 0 0 0,-1 2 14 0,0 0 1 16,3 0-15-16,-1 0 0 0,3-2 11 0,-3-2 0 15,3 1-11-15,-3 1 0 0,-1 2 10 0,3 2 1 16,-5-2-11-16,5-2 0 0,-1-2 9 0,4 0 2 16,-3 2-11-16,-3 1 0 0,1 1 9 0,-4 1 1 15,2 1-10-15,3 0 0 0,6-2 9 0,0 0 1 0,-2 0-10 16,0 0 0-16,-3-2 9 16,1-3 0-16,0 1-9 0,1 4 0 0,3 2 9 0,2 2 0 0,-4-3-9 15,2 1 0-15,-2 0 7 16,-2-2 1-16,-1 0-8 0,3 2 0 0,2 0 6 0,4 0 1 15,0-2-7-15,-1-2 0 0,1-4 6 0,2 1 1 0,1 1-7 16,1 2 0-16,-3 2 6 0,5 2-1 0,-5-2-5 16,3 0 0-16,-3-2 5 0,-1 0-1 0,0 0-4 15,3 1 0-15,-3-1 4 0,0 0 0 0,-4 0-4 0,0-2 0 16,2 4 4-16,0 0-1 0,-4 0-3 0,-2 0 0 16,6 0 3-16,-2-2 2 0,0-1-5 0,2 1 0 0,0 0 4 15,4 0 1-15,-6 0-5 0,2 2 0 0,-4 2 4 16,0 0 2-16,0-2-6 15,4-2 0-15,-4-2 5 0,6 1 1 0,-8 1-6 0,-1-2 0 0,-3 0 5 0,-1 1 0 16,-2 1-5 0,-2 0 0-16,0 0 6 0,-4 0-1 0,-2 0-5 0,6 2 0 0,-1 0 6 0,1 0 1 15,-2 0-7-15,-4 2 0 0,1-2 6 0,-1 0 1 16,0 0-7-16,1 0 0 0,-1 0 7 0,-3 0 1 16,3-2-8-16,2 1 0 0,3-1 7 0,4 0 0 15,-3 0-7-15,-2 2 0 0,1 0 8 0,-1 0 0 0,0 0-8 16,2 0 0-16,-2 0 8 15,-2-2 0-15,6 0-8 0,-2 0 0 0,2 2 8 0,2 2 1 0,-3-2-9 16,-2-2 0-16,-3 0 10 0,-2 1 0 0,1-1-10 31,1 0 0-31,0 0 8 0,0 0 1 0,-1 0-9 16,-4 2 0-16,-4 0 8 0,1 0 0 0,-1-2-8 0,2-1 0 16,0-1 7-16,0 2 1 0,-4-2-8 0,-2 3 0 15,-3 2 6-15,-3-1 0 0,-3-1-6 0,-2-1 0 0,-2-2 5 16,-3 2 1-16,-1 0-6 0,1 0 0 0,-1 1 4 15,1-1 2-15,-1 0-6 0,-1 2 0 0,-3 0 5 16,-3 0 1-16,2 0-6 0,0 0 0 0,0 0 5 0,0 0 2 16,0 0-7-16,-1 0 0 0,-1 0 7 0,0 0 0 15,0 0-7-15,0 0 0 0,0 0 5 0,0 0 1 16,-1 0-6-16,-7 0 0 0,-3-2 5 0,-9-2 2 16,-7 1-7-16,1 1 0 0,0 2 6 0,-2 0-1 15,0 2-5-15,0 1 0 0,28-3-1363 0</inkml:trace>
  <inkml:trace contextRef="#ctx0" brushRef="#br0" timeOffset="32530.95">6246 16481 326 0,'0'0'0'0,"0"0"0"16,3-8 0-16,-3 8 8 0,0-13 0 15,0 13-8-15,8-13 0 0,-8 13 13 0,5-5 1 0,-5 5-14 16,8-4 0-16,-8 4 10 0,2-4 1 0,-2 4-11 16,3-2 0-16,-3 2 8 0,0 0 0 0,0 0-8 0,2 2 0 15,-2-2 5-15,6 4 1 0,-6-4-6 16,7 15 0-16,-7-15 4 0,19 28 1 0,-19-28-5 16,30 28 0-16,-30-28 3 0,30 20 2 0,-30-20-5 15,31 21 0-15,-31-21 3 0,30 13 1 0,-30-13-4 0,26 11 0 16,-26-11 5-16,39 11 2 0,-14-7-7 0,-5-1 0 15,8 1 8-15,2 0 1 0,-2 0-9 0,3-1 0 0,1 1 9 16,-4 0 0-16,2 0-9 0,2-3 0 0,-1-1 14 16,3 2 2-16,3 0-16 0,2 0 0 0,2 0 16 15,4 0 0-15,1 0-16 0,-1-1 0 0,7 3 27 16,-3-2 1-16,1-2-28 0,-3 0 0 0,5 2 26 0,-6 0 0 16,5-2-26-16,1-2 0 0,4 2 27 0,2-2 0 15,-4-4-27-15,1 3 0 16,3-1 27-16,0-2 0 0,-6 1-27 0,2 3 0 0,2 0 21 15,-2 2 2-15,2 0-23 0,2 0 0 0,-6-2 20 16,0-3 0-16,0-3-20 0,1 6 0 0,2 4 21 0,-1 0 1 16,2-2-22-16,-5 0 0 0,6 0 22 0,-4-2 2 15,-1 0-24-15,6 2 0 0,-1 2 19 0,3 2 1 0,-2-2-20 16,-1 0 0-16,-4 1 21 0,-1-1 1 0,0 0-22 16,-2 0 0-16,6 0 18 0,-4 0-1 0,0 0-17 15,1-1 0-15,-3 1 18 0,2 0 0 0,0 0-18 16,6 0 0-16,-8 0 15 0,4 0 1 0,2-1-16 0,-4 1 0 15,6 2 13-15,0-2 2 0,0-2-15 0,0 0 0 16,-10 0 12-16,8-2 0 0,-4-2-12 16,2 4 0-16,4 0 9 0,3 2 2 0,-3-2-11 0,-6 2 0 0,0 0 7 15,-1 2 1-15,1-3-8 0,6-2 0 16,-1 1 6-16,3 0 1 0,-4 1-7 0,4 1 0 0,-6 0 5 16,2 0 2-16,-1 0-7 0,5-2 0 0,0-2 4 0,1 0 2 15,-1 0-6 1,-2 0 0-16,5 1 6 0,-4-1-1 0,7 0-5 15,-1 0 0-15,4 2 5 0,-2 2 0 0,2-2-5 0,-4 0 0 0,-2-8 5 0,-5 3 0 16,0 1-5-16,9 2 0 0,0 2 5 0,-2 2-1 0,1-2-4 31,-1 0 0-31,-7 0 5 0,5-2 1 0,-3 2-6 0,3-3 0 0,2 3 4 16,2 3 0-16,-4-3-4 0,1-2 0 0,1-1 5 0,-3-1 1 0,3 2-6 16,2 0 0-16,7 0 6 0,-3 2 1 0,0 0-7 15,2 2 0 1,-1 0 8-16,3 0 0 0,-1-2-8 0,1 0 0 0,-4 0 8 0,0 0-1 0,-1 0-7 15,5 2 0-15,1 0 8 0,1 0 1 0,-1-1-9 16,2-1 0-16,-7-1 8 0,5-3 1 0,1 2-9 16,-4 0 0-16,3 0 7 0,0 0 1 0,-1 2-8 15,-1 0 0-15,3 0 6 0,1-2 2 0,0 2-8 0,-1-1 0 16,-1-1 6-16,2-4 1 0,-3 1-7 16,5 1 0-16,0 0 4 0,0-1 2 15,0 1-6-15,2 0 0 0,-3 2 4 0,-3 0 1 0,-1-1-5 0,-1-1 0 0,-1 0 5 16,-1-1 1-1,-1-1-6-15,-7 2 0 0,-3 1 8 0,-5-1 0 0,-2 0-8 16,0-1 0-16,-2-3 8 0,-3 1 1 0,-3 1-9 0,-5 1 0 0,0 1 8 0,-5 2 1 16,-3-2-9-16,-1-1 0 0,-8-1 9 0,-3 1 0 15,-3 3-9 1,-1 0 0-16,-8 0 13 0,1 0-1 0,-3 0-12 16,-1 2 0-16,-3 0 16 0,1 0 1 0,-2 0-17 15,2 0 0-15,-1 0 14 0,1 0 2 0,2 0-16 16,-1 0 0-16,-5 0-1215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13T05:12:09.1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17746 6697 99 0,'0'0'0'0,"0"0"0"16,-17-9 0-16,17 9 9 0,-37-17 1 0,14 10-10 16,7 5 0-16,-1-2 15 0,0 2 0 0,-2-1-15 15,-3-1 0-15,-2-2 15 0,-2-1 2 0,1 1-17 16,3 3 0-16,0 3 11 0,3 3 1 0,4-3-12 16,-2 0 0-16,1 0 10 0,5 0 0 0,-4 2-10 15,3-2 0-15,3 0 10 0,4 4 1 0,-1-2-11 16,-2 3 0-16,5-3 10 0,-5 2 1 0,6-2-11 0,-3 1 0 15,5-3 11-15,0 2 0 0,-4 4-11 16,2-4 0-16,-1 3 11 0,3 1 1 0,0-6-12 0,0 6 0 0,1-5 12 16,1-1-1-16,4 6-11 0,-2 0 0 0,7 1 12 15,4 4 2-15,3-2-14 0,5-1 0 0,-3-3 13 16,4-1 2-16,2 4-15 0,2-7 0 0,4 7 12 16,2 1 1-16,1-3-13 0,4 1 0 0,0-5 11 15,0 2 0-15,6-4-11 0,-4 2 0 0,6 3 14 0,3-5 2 16,0 0-16-16,1 0 0 0,3 2 18 0,2 2 1 15,1-4-19-15,-5-4 0 0,4 2 24 0,0 2 0 16,6 0-24 0,-4 0 0-16,5 0 26 0,2 0 1 0,0 0-27 0,-1 0 0 15,-5 0 24-15,3 0 0 0,1 0-24 16,2 0 0-16,2 0 21 0,4 0-1 0,-2 0-20 0,2 2 0 16,-2 2 19-16,2 3 0 0,0-5-19 0,1 2 0 15,3-8 18-15,1 4 0 0,2 4-18 0,2-4 0 0,1 2 20 0,1 0 0 16,0-1-20-16,-2 1 0 0,-4 0 23 0,0 2-1 15,1-4-22-15,3 0 0 0,0 0 21 0,0-6 1 0,2 6-22 16,0 2 0-16,0-2 20 0,4 0 1 0,-4 4-21 16,-2-4 0-16,-4 0 17 0,1 0 1 0,-1 0-18 15,-1 0 0-15,1 0 17 0,2 0 1 0,4 0-18 16,2 0 0-16,0 0 17 0,0-6 1 0,0 4-18 16,-6 4 0-16,2 4 12 0,-5-1 1 0,1-3-13 15,-1 0 0-15,-3 2 12 0,-3-4 0 16,0 2-12-16,0 2 0 0,-2-4 11 0,-2 1 0 0,-1-1-11 15,-3 6 0-15,-1-6 13 0,-6 2-1 0,-2-2-12 16,0 4 0-16,-3-4 11 0,-3-4 1 0,-3 4-12 0,0 4 0 16,-2-3 11-16,-2 3 0 0,-4-2-11 15,-5-2 0-15,-7-2 9 0,1 0 0 0,-6 0-9 0,-6 1 0 0,-1 1 8 16,-2-4 1-16,-1 2-9 0,-5 2 0 0,1-4 8 16,-4 4 1-16,0 0-9 0,0 0 0 0,0-2 8 0,-4 1 0 15,-7-5-8-15,-9-2 0 0,-8-1 11 16,-8 2 0-16,-5-1-11 0,0 3 0 0,-7 3 10 15,1-2 0-15,1 2-10 0,-1 2 0 0,-1-3 10 16,-3 1 0-16,-1 0-10 0,-4 2 0 0,-5 0 10 0,-6 2 0 16,0-2-10-16,1 0 0 0,-1 0 9 0,-2 0 1 0,0 0-10 15,2-2 0-15,0-2 9 0,-5 2 2 0,-1-3-11 16,4 3 0-16,0-4 7 0,0 3 1 0,-2-1-8 16,-1 2 0-16,-5-2 7 0,-1 0 0 15,0-1-7-15,0 1 0 0,-3 4 4 0,1-5 2 0,2 5-6 16,-2-4 0-16,0 2 4 15,0 0 1-15,-4 2-5 0,4-4 0 0,-2 3 2 0,-2 1 1 0,0 0-3 16,4 5 0-16,0-5 3 0,0 0-1 16,1 0-2-16,5 2 0 0,-3 0 1 0,1 2 1 0,0-4-2 0,-4 1 0 15,-1-1 1-15,1-1 2 0,-2 1-3 0,4 0 0 16,-6 0 1-16,6 0 0 0,-4-6-1 0,4 6 0 0,7 6 0 16,-5-6 1-1,1 0-1-15,1 0 0 0,-1-4 0 0,-1 2 1 0,1 2-1 0,2 2 0 0,3 2 0 16,-3-4 1-16,2 1-1 0,2 3 0 0,2-4 0 0,0 0 1 15,2 0-1-15,3 0 0 0,-1 4 0 0,1 0 2 16,5-4-2-16,1 0 0 0,2 0 0 0,5 0 1 16,3-4-1-16,5 2 0 0,3 2 0 15,1 2 1-15,9 2-1 0,-3-4 0 0,5 0 0 16,3 0 1-16,3 0-1 16,1 1 0-16,2-1 0 0,2 0 0 0,2 0 0 0,2 0 0 0,6 0 0 0,1 0 0 15,2 0 0 1,2 0 0-16,0 0 0 0,0 0 0 0,0 0 0 0,0 0 0 0,0 0 0 0,0 0 0 0,2 0 0 31,3 0 0-31,7 0 0 0,1 0 0 0,11-1 0 16,6-3 0-16,9 0 0 0,9 0 0 0,-1-1 0 0,3 1 0 0,-3-1 0 0,-1-1 0 0,5 2 0 15,4 1 0-15,3 3 0 0,7-6 0 0,-3 6 0 32,1-6 0-32,-1 5 0 0,3-5 0 0,6-1 0 0,-6 1 0 15,6 2 0-15,2 1 0 0,1-3 0 0,1 0 0 16,3 3-1-16,2-1 1 0,2-2 0 0,-6-1 0 15,1 1-1-15,-1 1 1 0,2-1 0 0,2-1 0 0,2 1 0 16,0 4 0-16,2-3 0 0,-4 1 0 0,1 2 0 16,-3 0 0-16,4 2 0 0,-4 0 0 0,2 0 0 15,0 0 0-15,-1 0 0 0,-1 0 0 0,-2 4 0 0,1-4 0 16,-7 0 0-16,3-2 0 0,0 0-1 0,-1 2 1 16,-3-3 0-16,0 3 0 0,-2 3-2 0,0-3 2 15,-3 2 0-15,-1-2 0 0,-1-2-1 0,-5 2 1 16,1 0 0-16,-6 0 0 0,-1 0-1 0,-3 0 0 15,1 0 1-15,-9 0 0 0,0 0-1 0,-1 0 0 0,0-3 1 16,-9 1 0-16,-2 2-2 0,0-6 0 0,-10 4 2 16,3 2 0-16,-6 0-2 0,-2 0 1 0,-2 0 1 15,-4 0 0-15,-1 0-2 0,-6 0 1 0,2 0 1 16,0 0 0-16,-2 0-3 0,3-5 1 0,-3 5 2 16,2-4 0-16,-2 4-2 0,2 0 0 0,-2 0 2 15,0 0 0-15,0 0-1 0,2 0-1 0,-2 0 2 16,0 0 0-16,0 0-1 0,0-2 0 0,0-2 1 15,0 1 0-15,4 3-1 0,-2-4 1 0,-1 2 0 0,-1 2 0 16,0-4 0-16,0 2 0 0,0 1 0 0,0 1 0 16,0-4 0-16,0 2 0 0,0 2 0 0,0-4 0 0,0 2 0 15,0 1 0-15,0 1 0 0,0-4 0 0,0 2 0 16,0 2 0-16,0-4 0 0,0 2 0 0,0 1 0 16,0 1 0-16,0-4 0 0,0 4 0 0,0 0-1058 15</inkml:trace>
  <inkml:trace contextRef="#ctx0" brushRef="#br0" timeOffset="2238.17">6322 9532 87 0,'0'0'0'16,"0"0"0"-16,8 2 0 0,-8-2 1 0,16 4 0 16,-16-4-1-16,28 2 0 0,-28-2 27 0,37 0 0 0,-37 0-27 15,32 4 0-15,-32-4 52 0,34 3 1 0,-34-3-53 16,37-2 0-16,-17 1 15 0,5 1 1 0,-5 0-16 16,4 0 0-16,2 1 30 0,1 1 2 0,-1 2-32 15,0-4 0-15,-4 0 28 0,6 0 1 0,-2-4-29 16,2 4 0-16,4 0 25 0,1 4-1 0,-1-4-24 15,5 0 0-15,-5 0 20 0,1 0 2 0,1 0-22 16,1 0 0-16,-1-4 19 0,5 4 1 0,-2 0-20 0,2 4 0 16,1-2 18-16,4 0 1 0,-5 0-19 0,1-1 0 15,1 5 16-15,-2-4 1 0,2 4-17 0,2-3 0 16,-1 5 18-16,3-3 1 0,0 3-19 0,0-5 0 0,-1 1 15 16,3-2 2-16,-2 2-17 0,1-1 0 15,4 3 16-15,1 0 1 0,-5-1-17 0,7-1 0 16,-1-2 17-16,4 0-1 0,-2 1-16 0,-2-3 0 15,-2 2 19-15,0-2 2 0,3 0-21 0,4 2 0 0,-3 0 21 16,2 0 1-16,-2 0-22 0,4-2 0 0,4 0 21 0,-5 0 0 16,1 0-21-16,2 0 0 0,3 0 20 0,-5 0 1 15,0 0-21-15,1 0 0 0,1 3 17 0,1-3 1 16,1 2-18-16,-4-4 0 0,-3-3 15 0,3 1 1 16,0 2-16-16,0 2 0 0,-1 2 12 0,3 0 1 0,-2-2-13 15,0-2 0-15,1-2 16 0,3 1 0 0,-4 1-16 16,-6 2 0-16,0 2 14 0,-4 1 1 0,1-3-15 15,5-3 0-15,-2-1 15 0,2 0 0 0,-6 2-15 16,1-1 0-16,-4 1 13 0,-6 2-1 0,2 0-12 16,-4-4 0-16,-5 2 11 0,-4 0 0 0,-2-1-11 15,0 3 0-15,-2-2 16 0,-4 2 1 0,-3 0-17 16,-4 0 0-16,0 0 19 0,-7 0 0 0,1 0-19 16,-5 0 0-16,4 0 19 0,-1 0 1 0,-5 0-20 0,0 0 0 15,0 0 21-15,2 0-1 0,2 0-20 0,-4 0 0 16,2 0 17-16,3 0-1 0,-5 0-16 15,0 0 0-15,0 0 15 0,0 0 1 0,0 0-16 0,0 0 0 16,0 0 14-16,0 0 2 0,0 0-16 16,0 0 0-16,0 0 14 0,0 0-1 0,0 0-13 0,0 0 0 0,0 0 10 15,0 2 1-15,0 3-11 0,2 3 0 0,-2-8-1067 0</inkml:trace>
  <inkml:trace contextRef="#ctx0" brushRef="#br0" timeOffset="6171.82">11105 10535 99 0,'0'0'0'0,"0"0"0"0,-6 0 0 16,6 0-1-16,-7 0 1 0,7 0 0 0,-4 0 0 15,4 0 0-15,-2 0 0 0,2 0 0 0,-5 0 0 16,5 0 1-16,-2 0 2 0,2 0-3 0,0 0 0 0,0 0 0 15,0 0 1-15,0 0-1 0,0 0 0 0,0 0 2 0,0 0 0 16,0 0-2 0,0 0 0-16,0 0 4 0,0 0 0 0,0 0-4 0,0 0 0 0,0 0 7 0,0 0 1 15,0 0-8-15,2 4 0 16,-2-4 10-16,5 2 0 0,-5-2-10 0,19 7 0 0,-19-7 10 0,28 2 1 16,-9 4-11-16,1-5 0 0,-1 3 13 0,-1 2 0 15,1-6-13-15,3 4 0 0,1 1 16 0,3-1-1 16,-8-4-15-16,9 0 0 0,-1 0 17 0,5 2 1 0,-3 1-18 15,2-3 0-15,-2 2 20 0,2 0 1 0,3 2-21 16,1-4 0-16,-1-6 30 0,3 3 0 0,3 1-30 16,0 2 0-16,0 2 33 0,6 1 0 0,-6-1-33 15,2-2 0-15,-4-4 35 0,1-1 1 0,1-1-36 16,5 4 0-16,-3 1 36 0,4 1 0 0,4 0-36 0,-7 0 0 16,3 0 29-16,0-2 1 0,-2 0-30 0,-4 2 0 15,2 2 26-15,2 0 0 0,1-2-26 0,-3-2 0 16,2 0 22-16,4 0 2 0,-1 0-24 0,3 0 0 0,-4-2 24 15,1 4-1-15,-1-1-23 0,5-1 0 0,-3 0 24 16,3 0 0-16,-1 2-24 0,-1 0 0 0,0 4 25 0,3-2 1 16,-3-1-26-16,1-1 0 0,-1 4 20 0,-1 0 1 15,3-2-21 1,-2-2 0-16,5 2 21 0,1 1-1 0,-2-4-20 0,0 1 0 0,0 1 17 0,0-1 0 16,0 0-17-1,-1 4 0-15,-1-4 14 0,2 4 1 0,-1-4-15 0,4 4 0 0,7-3 11 0,-1 1 0 0,-1 0-11 16,0 2 0-16,-3-4 8 0,1 2 1 0,0 0-9 15,-2-1 0-15,4-1 8 0,5-1 0 16,-6-1-8-16,5 2 0 0,-1 2 8 0,2-1-1 16,-3-1-7-16,7-1 0 0,-2-1 8 0,2 0 0 0,0-2-8 15,1-1 0-15,-2 1 10 0,0-4 0 0,3 3-10 16,0 5 0-16,0 0 14 0,2 4-1 0,-1-4-13 16,1 0 0-16,-2-6 15 0,-2 2 1 0,1 4-16 15,5-4 0-15,-4 3 14 0,0 1 1 0,-1 0-15 0,1 0 0 31,-4 0 14-31,2 0 2 0,2 0-16 0,0 1 0 0,0-1 12 0,-1 0 1 0,3 0-13 0,0 0 0 0,-4-1 11 16,0-3 0-16,3 2-11 0,5 0 0 0,-5 2 11 16,5 2 2-16,-1 0-13 0,1 0 0 0,-3 0 11 15,1-1 0-15,-6 3-11 16,7-4 0-16,-2-4 9 0,1 3 1 16,-2-1-10-16,5-2 0 0,-2 2 9 0,3 2 0 0,-5-4-9 15,3 4 0-15,1 0 7 0,-6 0 1 0,7 0-8 16,-1 0 0-16,2 0 9 0,0 4 0 15,0-4-9-15,0 2 0 0,1-2 9 0,1 0 0 0,0 0-9 16,-4 0 0-16,-2 0 9 0,1 0 0 0,5 0-9 16,-4 0 0-16,6-2 7 0,5-2 1 0,-1 3-8 15,-1 1 0-15,1 5 6 0,-2-3 1 0,1 0-7 16,-1 0 0-16,-2-2 9 0,-2 3 0 0,0-3-9 16,1 4 0-16,1-2 8 0,-2-2-1 0,0 0-7 15,2-2 0-15,-6-2 8 0,2 1 1 0,-1 1-9 16,-3 0 0-16,-3 2 10 0,-4 2 0 0,0 0-10 0,0 0 0 15,0-1 10-15,-4-1 1 0,0-1-11 16,-5-1 0-16,-3 0 10 0,-4 0 0 0,-3 0-10 0,-2 2 0 0,-3 0 9 16,-2 0 1-16,-8 0-10 0,1 0 0 15,-10 2 12-15,-6 0 2 0,-1 0-14 0,0-2 0 16,-6-2 21-16,-4 0 0 0,-2 0-21 0,1 2 0 0,-6 0 24 16,0 0 1-16,-1 0-25 0,3 0 0 0,-4 0 20 15,0 0 1-15,0 0-21 0,2 0 0 0,-2 0 18 0,2 0 0 16,0 0-18-16,1-7 0 0,3 1 15 0,1-1 0 15,5 1-15-15,4 1 0 0,-16 5-1370 0</inkml:trace>
  <inkml:trace contextRef="#ctx0" brushRef="#br0" timeOffset="36506.82">11332 17128 375 0,'0'0'0'0,"0"0"0"0,-5 0 0 0,5 0 0 0,-6 0 0 0,6 0 0 0,-7 2 0 0,7-2 0 0,-8 0 2 0,8 0-2 16,-15 6 0-16,-3-1 2 0,-8 5 0 0,0-1-2 0,-1 0 0 15,-4 0 1-15,-1 1 1 0,0-3-2 16,1-1 0-16,3-4 2 0,2-2 0 0,2 0-2 0,-1 0 0 16,3-2 1-16,0-4 1 0,-1 1-2 15,5-1 0-15,-3 4 5 0,-1 2 0 0,3 0-5 0,2 0 0 0,-1 0 5 16,-1-5 0-16,6 1-5 0,-6-4 0 0,4 1 7 15,-3 1 1-15,1-1-8 16,2 1 0-16,4 3 9 0,2 1 1 0,-4 0-10 0,3 2 0 0,1 0 18 0,2 2 0 16,-5 0-18-16,-1 0 0 0,2-1 23 0,2 1 2 15,-4 0-25-15,2 0 0 0,3 0 26 0,-3 0 1 16,4 0-27-16,1-2 0 0,4 0 30 0,-2 0 1 0,2 0-31 16,2 0 0-16,0 0 38 0,0 0 1 15,0 0-39-15,0 0 0 0,0 0 35 0,0 0 0 16,0 1-35-16,2 1 0 0,2 0 29 0,-4 0 1 0,8 2-30 15,3-1 0-15,4 3 28 0,9 1 1 0,-2-1-29 16,2-2 0-16,3-2 25 0,4-2 0 0,-3 0-25 16,4 2 0-16,3-2 20 0,1 3 0 0,1 1-20 15,0-4 0-15,2 0 24 0,0 0-1 0,1 0-23 16,1 0 0-16,-2 2 25 0,2 2 0 16,0-3-25-16,1 1 0 0,1 0 28 0,2 0 1 0,0 0-29 0,3 0 0 0,-3 0 31 15,3-1 1-15,3-1-32 16,-1 0 0-16,-3 2 24 0,3 0 1 0,-2 0-25 0,8 2 0 0,4 1 20 15,3 5 0-15,1-3-20 0,1-1 0 16,0-3 16-16,4 3 1 0,2-6-17 0,-4 0 0 0,7-4 13 0,-1 2 2 16,3 0-15-16,3 2 0 0,3 2 12 0,1 2 1 15,-4-2-13 1,-3-2 0-16,2-2 13 0,3-2 1 0,-1-1-14 0,-2-1 0 0,6 1 12 0,-4-1 0 16,2 2-12-16,-2 1 0 0,0 3 11 0,-4 1 2 0,3 1-13 15,-5 0 0-15,-3-2 12 0,-4 0 2 0,-2 4-14 16,6 0 0-16,-4 1 12 0,-2 3 0 0,-3-3-12 15,-2-1 0-15,-5 0 14 0,-2-2-1 16,1-1-13 0,-4 1 0-16,6 0 15 0,-4-2-1 0,-5 0-14 15,-3 2 0-15,-3 2 14 0,0-1-1 0,-7-1-13 16,1-2 0-16,-1-2 18 0,-6-1 1 0,-4 1-19 0,2 0 0 16,0 2 22-16,-5 0 0 0,-1 0-22 0,-3 2 0 15,-4-2 20-15,0 0 2 0,-4 0-22 0,-3 0 0 0,-4 0 22 0,-2 0 2 16,0 0-24-16,0 0 0 15,0 0 21-15,0 0 1 0,0-2-22 0,0-2 0 0,0 1 26 16,-2-1 0-16,-4 0-26 0,-1 0 0 0,-1-1 24 16,1-5 0-16,-2 3-24 0,-3 3 0 0,1 2 19 15,0 2 2-15,2 2-21 0,3 2 0 0,2 3 14 0,4 3 1 16,0-10-1499-16</inkml:trace>
  <inkml:trace contextRef="#ctx0" brushRef="#br0" timeOffset="37563.06">17599 17346 489 0,'0'0'0'0,"0"0"0"15,0 4 0-15,0-4 15 0,0 5 2 0,0-5-17 16,0 2 0-16,0-2 33 0,0 0-1 0,0 0-32 16,0 0 0-16,0 0 15 0,0-5 1 0,0 5-16 15,-8-8 0-15,8 8 9 0,-19-15 1 0,19 15-10 16,-31-18 0-16,12 8 7 0,-1 1-1 0,-1 0-6 0,3-2 0 15,-1-1 2-15,0 1 2 0,1 2-4 0,-3 0 0 16,1 1 2-16,-3 3 0 0,3-1-2 16,-6 2 0-16,3 1 1 0,1 1 2 0,0 2-3 15,3 2 0-15,-7-1 4 0,4 3 1 0,1-2-5 0,-1-2 0 0,-3-2 9 0,1-2 0 16,2 3-9-16,3 1 0 16,1 0 13-16,1 1 2 0,0-1-15 0,2 0 0 15,4 2 22-15,2 0 2 0,-4-2-24 0,1 0 0 0,1 0 26 16,0 0-1-16,0 0-25 0,2 0 0 0,-1 4 27 0,3-2 0 0,1 0-27 15,1-1 0-15,1-1 25 16,4 4 0-16,-4-2-25 0,2 0 0 0,2 0 24 0,2 3 2 16,2-1-26-16,-2 0 0 0,1 1 23 15,3 1 0-15,7 1-23 0,8-1 0 0,7 3 19 0,7-1 0 0,2-3-19 16,4-1 0-16,4-2 14 0,2 0 0 16,1-2-14-16,0 0 0 0,8-2 13 0,0-4-1 0,6 1-12 15,3 1 0-15,4 0 9 0,4 2 1 0,3-1-10 16,0-3 0-16,6-1 9 0,4-5 0 0,5 5-9 0,1-4 0 15,3 2 8-15,2-1 1 0,5 1-9 0,4 2 0 16,2-3 10-16,2 3 0 0,-2 1-10 0,10-1 0 16,-1-1 11-16,4-1 2 0,0 0-13 0,-1 1 0 15,1 3 11-15,0-1 1 0,-2-1-12 16,0-3 0-16,2 1 11 0,4 0 1 0,-7-1-12 0,-5 3 0 0,1 3 10 16,1-3 1-16,1 3-11 15,-1-3 0-15,-1-3 10 0,4 1 1 0,-9 2-11 0,-8 3 0 0,-2-4 10 16,-8 5 0-16,0-1-10 0,-3 0 0 0,-2 1 9 15,-2-1 2-15,-6 2-11 16,-7 0 0-16,-6 0 12 0,-6 0 1 0,-1 1-13 16,-4-1 0-16,-2 0 15 0,-5 2 0 0,-6 0-15 0,-4 0 0 15,-3 0 17-15,-6 0 1 0,-4-2-18 0,-4 0 0 16,-5-2 24-16,-5 1 0 0,-3 1-24 0,1 0 0 0,-8 0 24 16,0 2 2-16,0 0-26 0,0 0 0 0,0 0 29 15,0 0 0-15,0 0-29 0,-8 0 0 0,1 0 28 16,-3 0 2-16,-12-2-30 0,-6-1 0 0,-15-3 28 0,-11-2 1 15,0 7-29-15,0 4 0 0,-7 7 20 0,-3 5 0 16,64-15-1320-16</inkml:trace>
  <inkml:trace contextRef="#ctx0" brushRef="#br0" timeOffset="43958.65">18901 14371 414 0,'0'0'0'0,"0"0"0"0,9-17 0 0,-9 17 10 16,17-31 0-16,-8 12-10 0,1 1 0 0,-7-1 58 16,7-1 2-16,-8-3-60 0,3 5 0 0,-5 3 82 15,0-4 1-15,0 1-83 0,-2-1 0 0,-1-7 19 0,1 0 0 16,2 0-19-16,-8 2 0 0,5-2 36 0,-3 0 1 15,-2-1-37-15,1 3 0 0,0 2 40 0,-3 0 2 16,-1 3-42-16,0 4 0 0,2 4 32 0,-1 5 1 0,3 1-33 16,-3 1 0-16,7 0 29 0,-5 3 0 0,3-1-29 15,-6 0 0-15,1 0 25 0,1 0 1 0,-2 2-26 16,1 2 0-16,3 2 30 0,-6 1 0 16,2 8-30-16,1 6 0 0,3 5 26 0,-2 6 1 0,1 5-27 15,-3 6 0-15,4 7 23 0,-1 5 2 0,3 4-25 16,1 3 0-16,4 3 19 0,4 4 1 0,1-2-20 15,1 6 0-15,3-2 16 0,2-1 1 0,0-2-17 16,2 1 0-16,8-2 16 0,-4-2 0 0,-1-4-16 16,-2-3 0-16,0-4 16 0,-2-1 1 0,1-5-17 15,-6-1 0-15,2-6 21 0,1-4 1 0,-3 1-22 0,1-1 0 16,1 0 31-16,-3-3 2 0,-1-6-33 0,3-2 0 16,-3-5 37-16,3-4 1 0,-3-2-38 15,3 0 0-15,-5-2 45 0,3-2 1 0,-2-2-46 0,-2-3 0 0,-2-2 49 16,0-2 0-16,0 2-49 0,0 0 0 0,0 0 42 15,0 0 0-15,1-2-42 0,1-4 0 0,0 0 26 16,2-3 1-16,5-16-27 0,8-12 0 0,-17 35-1418 16</inkml:trace>
  <inkml:trace contextRef="#ctx0" brushRef="#br0" timeOffset="44439.3">19346 14068 614 0,'0'0'0'0,"0"0"0"0,-5-4 0 0,5 4-19 0,-8-2 1 0,8 2 18 0,-7 0 0 0,7 0-4 0,-17 0 1 0,17 0 3 0,-13-5 0 0,13 5 0 0,-9-6 1 0,9 6-1 0,-6-7 0 15,6 7 1-15,-13-6 0 0,13 6-1 16,-11-13 0-16,11 13 1 0,-6-13 1 0,6 13-2 0,-3-11 0 0,3 11 15 15,-4-7-1-15,4 7-14 16,-2-4 0-16,2 4 43 0,0-4 1 16,0 4-44-16,0-4 0 0,0 4 78 0,0-3 1 0,0 3-79 0,0-2 0 0,0 2 75 0,0 0 0 15,0 0-75 1,0 5 0-16,0-5 67 0,2 15 0 0,-2-15-67 16,0 41 0-16,0-13 53 0,0 9-1 0,2 1-52 0,0 2 0 0,-1-2 37 0,5 3 2 15,-2 3-39-15,5 3 0 0,-3 5 24 0,1 4 1 16,0-1-25-16,3-1 0 0,-3-5 24 0,-3-3-1 0,3 3-23 15,-3 1 0-15,2 0 21 0,-4 2 1 0,-1-3-22 32,3-8 0-32,2-4 18 0,-2-4 0 0,-1-3-18 15,-1-2 0-15,4-4 16 0,-4-3 2 0,-1-5-18 16,3 1 0-16,0-2 33 0,-4-4 0 0,0-2-33 16,-4-1 0-16,0-4 38 0,4-1 1 0,0 1-39 15,0 2 0-15,0-1 36 0,-1 1 1 0,-1-3-37 0,-4 3 0 16,4 1 30-16,-1-1 2 0,-7 1-32 0,-7 1 0 0,-7-1 20 15,2 3 1-15,-4-3-21 0,7-3 0 16,19-4-1382-16</inkml:trace>
  <inkml:trace contextRef="#ctx0" brushRef="#br0" timeOffset="44896.87">18443 15125 752 0,'0'0'0'0,"0"0"0"0,-6 0 0 0,4 0-6 0,-2 2-1 0,3-2 7 0,1 0 0 0,0 0-29 0,-4 1 1 0,0-1 28 16,2 2 0-16,0-2 8 0,2 0 1 0,0 0-9 16,0 0 0-16,0 0 10 0,2 0 0 0,0 0-10 0,2 0 0 15,0 0 12-15,-4 0 1 0,0 0-13 0,1 0 0 16,5 0 68-16,0 2 0 0,3 2-68 0,8 1 0 0,1 5 82 15,8 3 0-15,-3 2-82 0,3 1 0 0,-2 1 81 16,0 0 0-16,2 1-81 0,0 7 0 0,6 4 68 0,-4 1 2 16,2 0-70-16,-2 0 0 0,5-2 65 15,-1-2 1-15,0 0-66 0,-1 0 0 0,1-2 55 0,0-4 1 16,-1-1-56-16,-3 0 0 16,-3-3 51-16,1 1-1 0,-2-2-50 0,-4-2 0 15,-3-2 47-15,-2-2 2 0,-2 3-49 0,0 1 0 0,-4 0 39 0,-1 0 0 16,-1 0-39-16,3-2 0 0,-1-4 37 0,0 1 1 0,-1-3-38 15,-3-1 0-15,1 0 33 0,0-1 1 0,1 1-34 16,-3-2 0 0,-1 0 28-16,3 0 0 0,-6 0-28 0,0-2 0 0,2 0 21 0,2 0 1 0,-1 0-22 15,-1 0 0-15,6-2 16 0,-1-4 0 0,4-1-16 16,0-3 0-16,3-1 11 0,0-2 0 0,-1-2-11 16,2 1 0-16,0-1 3 0,0 0 0 15,0 0-3-15,4 0 0 0,-19 15-1623 0</inkml:trace>
  <inkml:trace contextRef="#ctx0" brushRef="#br0" timeOffset="45573">19900 14991 338 0,'0'0'0'0,"2"-2"0"0,1-2 0 16,1 0-10-16,3 1 0 0,3-3 10 0,-5-1 0 0,3 1-23 0,-3-1-1 0,1 1 24 0,-2 0 0 0,3 3 1 0,-1 1 1 0,-3 0-2 16,-1 0 0-16,-2 0 4 0,0 0-1 0,0 1-3 15,0-1 0-15,0 0 6 0,0 0-1 0,0 0-5 16,0 0 0-16,0 0 49 16,0 1-1-16,-3-3-48 0,-3-2 0 0,4 1 96 0,-2 1 1 0,1 0-97 15,-1 1 0-15,-2-1 124 0,1 0 2 0,-5 0-126 16,7 1 0-16,-3 1 112 0,2 0 1 0,3 0-113 15,-1 2 0-15,2 0 99 0,-4 0 1 16,0 0-100-16,4 0 0 0,-3 0 74 0,1 0 2 0,2 0-76 16,-4 2 0-16,0 0 59 0,-1 0 2 0,-3 1-61 15,1 3 0-15,1 1 48 0,-1 1 1 0,-3 3-49 0,3 2 0 32,-4 2 36-32,1 4 0 0,1 1-36 0,2 0 0 0,-5 1 29 0,1 1 0 0,0 2-29 0,-2 2 0 0,-4 0 22 31,1 4 0-31,-1 2-22 0,4 1 0 0,-2 1 20 15,0 3 1-15,-2 2-21 0,0 2 0 0,-1 2 19 0,-1 1 0 16,2-1-19-16,1-2 0 0,-1-4 16 0,0 1 0 16,2-3-16-16,0 0 0 0,2-3 15 0,4-2 0 15,0-1-15-15,-1 1 0 0,3 2 23 0,1-4 1 16,1-4-24-16,-1-5 0 0,-1-5 33 0,5-2 2 0,-2-5-35 16,0-1 0-16,4-3 43 0,4 1 1 0,0 0-44 15,-4 0 0-15,0-3 44 0,0-1 2 0,0 0-46 16,0 2 0-16,0 0 46 0,2 0 0 0,-2 0-46 15,0 0 0-15,0-2 53 0,0 0 1 0,0 0-54 16,0 0 0-16,0 0 57 0,0 0 1 0,0 0-58 16,0 0 0-16,0 0 52 0,0 0 1 0,0 0-53 15,0 0 0-15,0 0 49 0,0 2 1 0,0-2-50 16,0 0 0-16,0 0 44 0,0 0-1 0,-2 0-43 0,-6 0 0 16,3 0 28-16,-3 0 0 0,-1 0-28 0,-4 0 0 15,-2 0 19-15,-7 0 1 0,-1 0-20 0,5 0 0 0,-3 0 9 16,2 0 1-16,19 0-2222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13T05:07:39.86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8804 16386 438 0,'0'0'0'0,"0"0"0"0,-6-6 0 0,6 6 6 0,-7-7 1 0,7 7-7 0,-11-6 0 0,11 6 11 0,-26-7 0 0,26 7-11 0,-26-6 0 0,26 6 27 0,-19-7 0 0,19 7-27 16,-26-8 0-16,7 5 9 0,4 1 1 0,-5-2-10 15,-4 0 0-15,-3 1 15 0,1-1 0 0,0 0-15 16,0 1 0-16,-4-1 21 0,2 2 0 0,2-2-21 0,0-1 0 16,0 1 18-16,2-3 0 0,0-1-18 0,1 8 0 15,-3 0 15-15,0 0 2 0,-2 2-17 0,6 4 0 16,3-3 15-16,1 1-1 0,-1 0-14 0,10-1 0 0,-1 1 22 16,3 0-1-16,5-2-21 0,-5-2 0 0,7 0 26 15,-6 2 1-15,0-2-27 0,6 0 0 0,-1 1 39 16,1 1 0-16,-6 0-39 0,6 0 0 0,0-2 43 0,0 2 1 15,0 0-44-15,0 0 0 0,0-1 41 0,0 1 2 16,0 0-43-16,6 0 0 0,-6 0 36 16,1 2 1-16,11 3-37 0,3 0 0 0,3 5 29 0,6 3 1 15,2-4-30-15,2-4 0 0,2-5 23 0,-2-2-1 16,4 0-22-16,0 2 0 0,1 3 20 0,4-3 2 16,-3-2-22-16,3 0 0 0,2 2 23 0,0-2 2 15,-1 0-25-15,1 2 0 0,0 0 22 0,0 0 1 0,0 0-23 16,6-1 0-16,0-1 27 0,-1 0 0 0,3 0-27 15,-1 0 0-15,3 0 27 0,-2 0 0 0,3 0-27 16,2 0 0-16,-2 0 24 0,2 2 1 0,6-2-25 16,0-2 0-16,2 2 22 0,3-1 1 0,-3-1-23 15,3 0 0-15,-3 0 20 0,3 0 1 0,2-2-21 16,4 1 0-16,-2-1 16 0,4 2 0 0,-2-3-16 16,4 3 0-16,-5-4 20 0,7 4 0 0,0 0-20 15,-3-3 0-15,3-1 22 0,-3-1 0 0,5-1-22 16,-1 1 0-16,2 3 20 0,1 2 2 0,5-1-22 15,-6 1 0-15,4-2 18 0,2 0 1 0,-6 2-19 16,6 1 0-16,-2-1 13 0,0 0 1 0,2 0-14 0,1 0 0 16,3 0 13-16,-1 0 2 0,5 1-15 15,3-1 0-15,-2 0 14 0,8 2 1 0,-5-2-15 0,1-2 0 16,-4-1 13-16,3-1 1 0,-1 2-14 0,1 1 0 0,-2 1 14 16,6-2 1-16,-3-2-15 0,0 5 0 15,5 1 12-15,-3 1 2 0,2-2-14 0,-1-1 0 0,1 0 12 16,2 0 0-16,1 2-12 0,4 0 0 0,-4 0 9 15,4 0 1-15,-1 0-10 0,-1 0 0 16,4-2 9-16,0 0 0 0,0 2-9 0,0 0 0 0,-1-2 7 16,0 1 1-16,2-1-8 0,1 0 0 0,2 0 6 0,-2-5 0 15,7 1-6-15,-2 2 0 0,4 2 6 0,2-1 1 16,-7-1-7-16,1-2 0 0,1-1 4 0,1 0 2 16,-6 1-6-16,3 2 0 0,-2-1 5 0,1-1 1 0,-5 2-6 15,-4 1 0-15,2-1 4 0,2 2 2 16,-7-2-6-16,-4 2 0 0,-4-1 5 0,-6-1-1 0,0 2-4 15,-3 2 0-15,-4 2 5 0,-2 2-1 0,-5-1-4 16,1 3 0-16,-5 0 5 0,-2 1 0 0,0-1-5 16,-6-3 0-16,-5-3 5 0,-6 0-1 0,-3 0-4 15,-1 4 0-15,-3-2 3 0,-4 2 2 0,-6-4-5 16,-1 0 0-16,-3 0 3 0,-12-4 1 0,2 2-4 16,-7 2 0-16,-4 0 3 0,-3 2 2 0,-3-2-5 15,-4 0 0-15,4 0 4 0,-3 0 1 0,-1 0-5 0,0 0 0 16,0 0 4-16,0 0 1 0,0 0-5 15,0 0 0-15,0 0 3 0,0 0 1 0,-5 0-4 0,-14 0 0 0,-9-2 3 16,-3-2-1-16,-7 1-2 16,1 3 0-16,0 0 1 0,-2 0 1 0,-4 0-2 0,-2 1 0 0,-1 1 1 15,-7-2 0-15,1 4-1 0,-2-2 0 16,-4 0 0-16,-1 0 2 0,-5-2-2 0,-3 0 0 0,-5 0 0 0,1 2 0 16,-4-1 0-16,1 1 0 0,3 0 0 15,-2 0 0-15,-1 0 0 0,-3-2 0 0,3-2 0 0,-4 0 0 16,-1 0 0-16,-1 0 0 0,-2 1-2 0,4-1 2 15,-6 0 0-15,2 0 0 0,-3 2-2 0,-3 2 1 0,0 0 1 16,-1 0 0-16,-4-2-2 0,-2-2 1 16,0 2 1-16,2 2 0 0,-4 1-2 0,2 1 0 0,0-2 2 15,3-2 0-15,3-2-2 0,-2 4 0 0,-3 0 2 16,1 0 0-16,2-1-2 0,2 1-1 0,-7-4 3 16,5 1 0-16,0-1-2 0,1 0 1 0,-5 0 1 15,0 2 0-15,0 2-2 0,0 0 1 0,-2 0 1 16,2-1 0-16,-3-1-3 0,1 0 2 0,0 2 1 15,-6 0 0-15,1 2-1 0,3 0 0 0,0-1 1 16,1 1 0-16,-1-2-1 0,4-2 0 0,0 0 1 16,-6 4 0-16,1 1-1 0,1-1 0 0,-7 1 1 15,3-1 0-15,-3 4-3 0,-2-1 2 0,0 2 1 16,4 1 0-16,1-5-2 0,-3 3 1 0,3-1 1 16,3 2 0-16,1-1-2 0,0-1 0 0,2 3 2 0,-3-1 0 15,1 0-2-15,2 2 1 0,-5-1 1 16,-1-3 0-16,-1 1-1 0,-2-1 0 0,-1 0 1 0,5 1 0 15,1 1-1-15,1 2 1 0,-1 1 0 0,-1-3 0 0,3-2-1 16,2 3 1-16,-4-3 0 0,1 0 0 0,-1-5-2 16,2 0 2-16,2 0 0 0,8 2 0 0,5-1-1 15,0 1 1-15,2-2 0 0,2 0 0 0,-2 0-1 0,4 0 1 16,0 0 0-16,1-2 0 0,1-2-1 16,-1 0 1-16,7 0 0 0,3 2 0 0,3 2 0 15,-1 0 0-15,7-2 0 0,1 0 0 0,-1 2 0 16,6-1 0-16,1-1 0 0,5 0 0 0,3-1 0 0,2-5 0 15,4 6 0-15,3 0 0 0,2 0 0 0,1 2 0 0,6-4 0 16,-1 2 0-16,4-2 0 0,3-4 0 0,3 5 0 16,6 1 0-16,3-2 0 0,7 0 0 0,0 2 0 15,0 0 0-15,0 0 0 0,0 0 0 0,0 0 0 16,0 0 0-16,0 0 0 0,0 0 0 0,0 0 0 16,0 0 0-16,0 0 0 0,0 0 1 0,0 0-1 15,0 0 0-15,0 0 0 0,0 0 1 0,0 0-1 0,0 0 0 16,0 0 0-16,0 0 1 0,0 0-1 15,0 0 0-15,0 0 0 0,2 2 2 0,0 0-2 0,1-2 0 16,-3 0 0-16,2 0 1 0,2 1-1 16,-4-1 0-16,2 0 0 0,0 0 0 0,1 0 0 0,-3 0 0 15,2 0 0-15,2 0 0 0,-4-1 0 0,2-3 0 0,0-4 0 16,1-1 0-16,-3-8 0 16,6-1 0-16,-4-5 0 0,3-1 0 0,-5-5 0 15,2-1 0-15,-2-4 0 0,0-3 0 0,0 0 0 16,0 2 0-16,-2 1 0 0,-1 1 1 0,-1-3-1 0,-2-5 0 15,3-3 3-15,1-3 1 0,0-1-4 16,-4-1 0-16,-1-1 5 0,-2 0 2 0,1 0-7 0,3 3 0 0,1 3 7 16,-2 1 1-16,-1-4-8 0,-4-1 0 0,-1-4 7 0,-1-4 2 15,4 4-9-15,3 4 0 0,-1 5 7 0,3 6 0 0,2-3-7 16,-1 3 0-16,3-2 5 0,3 0 2 0,-1 2-7 16,-2 2 0-16,6 1 5 0,-1 2 0 0,-5 1-5 15,2 1 0-15,-2 4 4 16,0 2 0-16,4 3-4 0,-2 3 0 0,-2 3 2 0,0 2 1 0,0 0-3 15,2 0 0-15,3 3 2 0,-1 1 0 0,-2-2-2 16,4-4 0-16,1-2 0 0,-1 1 1 0,-1-3-1 16,3 4 0-16,-3 2 0 0,3 2 0 0,-8 2 0 15,5-1 0-15,1 1 0 0,1 0 0 0,3-1 0 16,-1 7 0-16,4-3 0 16,-4 2 0-16,8-1 0 0,-8 3 0 0,8-4 0 0,-8 5 0 15,10 1 0-15,0-2 0 0,1 0-1 0,3-2 0 0,-1 2 1 0,2 2 0 0,0 2-2 16,-3 0 1-16,-2-2 1 15,7 0 0-15,0 2-3 0,5 2 2 0,1-3 1 0,2 1 0 0,5 0-2 16,-2 2 1-16,2-4 1 16,6-2 0-16,0-4-5 0,3 3 2 0,-3-5 3 0,1 6 0 15,3 1-7-15,-5 2 2 0,5-1 5 16,5-1 0-16,-6 1-6 0,3-4 0 0,6 2 6 0,-3 2 0 0,2 0-5 16,0 0-1-16,4 2 6 15,3 2 0-15,2-3-4 0,1 1-1 0,3-2 5 0,-4 0 0 0,0 0-4 0,-2-2 0 0,4 1 4 16,4 1 0-16,0 0-3 0,2 1 1 0,1 1 2 15,-3-2 0-15,5 2-4 0,-5 2 2 0,0-2 2 16,4 0 0-16,1-2-2 16,2 0 0-16,2 0 2 0,-1 0 0 15,-5 0-1-15,3 1-1 0,1 1 2 16,2 0 0-16,-2 0-1 0,-1 0 1 0,6-2 0 0,-2 2 0 0,6 0-1 0,-1-4 1 0,0 0 0 16,1 2 0-16,-1 2 0 0,-2 1 0 0,5 1 0 0,-1 0 0 15,-1 0 0-15,3-1 0 0,-3 1 0 0,-7 0 0 16,8 0 0-16,-4-1 0 15,0 1 0-15,7 0 0 0,-7-1 0 16,5 1 0-16,3 0 0 0,-3 0 0 0,0-1 0 0,-3 3 0 16,0-2 0-16,3-3 0 0,3-1 0 0,1-1 0 15,4-1 0-15,-6 0 0 0,4 0 0 0,-2 0 0 0,2 0 0 16,2 0 0-16,-2 1 0 0,4 1 0 16,-6-4 0-16,4-2 0 0,2-1 0 0,-1-1 0 0,-1 3 0 15,-2-1 0-15,-2 2 0 0,1 1 0 0,3-1 0 16,-4-2 0-16,-2 1 0 0,-2-4 0 0,6 3 0 15,-1 0 0-15,1 1 0 0,0-3 0 0,-4 3 0 16,0-3 0-16,4-1 0 0,-2 2 0 0,2 1 0 16,1 0 0-16,-5 5 0 0,-2-5 0 0,4 4 0 15,2 0 0-15,0-1 0 0,2 1 1 16,-5 0-1-16,-3 2 0 0,2 2 1 0,-3 3 1 0,-4-3-2 0,2-2 0 16,-4 0 1-16,-2 0 0 0,2 0-1 0,-6 2 0 15,0 4 2-15,1-5 0 0,-3 3-2 0,-3 2 0 0,0-6 1 16,-6 2 2-16,0 3-3 0,-1-1 0 0,-1 0 1 15,-1 1 1-15,-1-1-2 0,-7 0 0 0,-4-1 2 16,3 1 1-16,-3-2-3 0,-4 4 0 0,1-3 2 16,1 1 0-16,-8 0-2 0,-1-1 0 0,-6 1 2 0,-3 0 1 15,-2 0-3 1,-2 1 0-16,-4 1 2 0,1 1 0 0,-8-1-2 0,0-1 0 0,-4 3 1 0,0-3 1 16,-2 1-2-16,-1 0 0 15,-1-3 1-15,-5 1 2 0,2 0-3 0,1 1 0 16,5 3 0-16,-3-1 1 0,1 1-1 0,-1-1 0 15,1 1 0-15,-1 1 1 0,-1 0-1 0,-5 2 0 0,-1 0 0 16,0 2 0-16,2 2 0 0,0 0 0 0,-2 0 0 0,2 2 0 16,-2 1 0-16,0 3 0 0,0 1 0 15,0 4 0-15,-2 2 0 0,-2 2 0 0,1 3 0 16,-1 1 0-16,2 3 0 0,-2 0 0 0,3 2 0 0,1 2 0 16,0-2 0-16,-2-3 0 0,-4-3-1 0,0-3 1 0,1 5 0 15,-3 3 0-15,5 2-1 0,-3 5 1 16,1 0 0-16,1-1 0 0,-4 1-1 0,3 2-1 0,-3-5 2 15,1-1 0-15,1-3-1 0,1-3 0 0,-1-2 1 16,2 3 0-16,1-3-1 0,-1 3 0 0,2-3 1 16,-2-1 0-16,1-4-1 0,-1-1 0 0,-2 1 1 15,4-5 0-15,-1-5 0 0,-1-1 0 0,0-4 0 16,1-4 0-16,1 1 0 0,2-5 0 0,0-1 0 0,0-4 0 16,0 4 1-16,0-2 0 0,0-2-1 0,0 1 0 15,0-1 2-15,0 2 2 0,0-2-4 16,0 0 0-16,0 0 3 0,0 0 1 0,0 0-4 0,0 0 0 15,0 0 9-15,0 0 2 0,0 0-11 0,0-2 0 0,0-5 14 16,0 3 1-16,-2-1-15 0,0-1 0 0,-6 2 18 16,3 2 1-16,-10 8-19 0,-11 7 0 0,26-13-1724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34D90-D853-467D-8CA7-30C9DD9EF67D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B82506-24D5-46BD-9627-07E6BDF576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09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FD0FAF20-943D-6D5B-EB55-42994CDC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28949e6b4_2_98:notes">
            <a:extLst>
              <a:ext uri="{FF2B5EF4-FFF2-40B4-BE49-F238E27FC236}">
                <a16:creationId xmlns:a16="http://schemas.microsoft.com/office/drawing/2014/main" id="{34F18E50-8493-6570-0E07-D091FF04F3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28949e6b4_2_98:notes">
            <a:extLst>
              <a:ext uri="{FF2B5EF4-FFF2-40B4-BE49-F238E27FC236}">
                <a16:creationId xmlns:a16="http://schemas.microsoft.com/office/drawing/2014/main" id="{954DDAC6-91EA-6BC4-139B-63C67B3B5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660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144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944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3953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5204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5834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8734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938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182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1537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241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3856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6416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8179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6318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6233" y="4400176"/>
            <a:ext cx="5485534" cy="3600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047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3D4B-626B-4009-8192-CEAEED142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1827C-B164-4C81-9990-CA48A6D69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F93E-677D-48F6-8B5A-46E43F2C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F4446-763D-4DB5-A60E-E76234DD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2FF9A-F0E6-4BE5-A785-09D93A75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0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7D49-DB18-4481-BBAD-3CCDB0B6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48B0F-E770-4648-80B0-0B9A17734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9BBA6-35F4-4C69-B817-8B6D5B3C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119B-E4E0-4014-B1F1-495E208A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45A5E-AE1B-4A92-B64A-2F8A4786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40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196D-BED0-4BD8-AB4C-B2B3CCC7D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13EC-F0A0-4466-A6C2-D28B863D1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F7A95-22EE-4F22-AEDA-C190D2F8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85F91-0601-4D65-A3E8-CFDC20A7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0A9F0-9DDE-4015-8C5C-5C9D6B60D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6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85AF-03C6-4B44-A538-43B0427D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33EE5-59F6-4A1A-AE1E-8765B2B76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D6861-A242-46E3-9BF3-A0C8A8DBB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D4037-319B-46C2-9889-B7EE9142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E4E15-6B43-42E0-9689-9D809E77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B8A2C-7787-42C7-9053-9FAC4980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9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7F82-17CF-402C-A83C-9BB0B045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925B8-18E2-4648-9C7D-9A50568E6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CAC91-5516-49CF-ABB2-BDCA1101D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B518C-5424-4D17-AE61-73B5540B3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18E488-5143-4637-878A-8024B768B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92FE0-EADD-43E3-B191-7F6FEA9C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4604E9-CD41-4846-B48F-03B22B37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E060F-933B-49D3-8FF3-B0DEF9DC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1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33CA-B572-4BA7-A189-A42C96F1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A2B92-6276-46C5-8418-92622914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7E3F1-B21B-41C5-BFFE-A0D23D01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3B9AF-625C-4788-81E5-2B790AE3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4E3B9-7089-4D8E-9F92-ED9350E7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5D6F49-DBB0-4783-8669-C7B8A703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75C0C-F413-41B7-B055-646B0BFD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19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262E-9CC6-4471-87B5-E96BB4A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306A-CD4B-46EE-9161-2B0A130F2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59BE6-9514-4D99-A003-32E53BED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144FC-DE55-4C66-B467-EE3206645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C472B-5E7F-485E-A706-89B79D41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6C44B-3BC6-40D9-94ED-B0796F8E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7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9C2A-444C-4E85-BF34-29BD3E3F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688350-F59A-41DF-B2EF-F9EEA2470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D8DC2-A933-46C8-BE16-322CE1A3E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7E0BD-405F-407D-AAE8-84A2C6729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94B3E-2DAE-4C72-9B6F-EE43965DA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4055D-9410-4E28-8C54-90B4F6E7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5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96CC-24D7-4AC0-845A-98CA572F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61921-3E80-4007-9849-91F4F1D9C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091F3-2079-48AC-A58B-4C729775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36A67-7BBF-4557-B86C-E3D43DA8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F2A7F-20B3-4FEC-B2FB-22B3B56A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502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74505-5F88-4C68-B044-B90A875A1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54938-180F-400A-A444-2DAC9B404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4BC1C-22DF-43AD-B4A1-B55EB4C01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39F43-011E-4BE1-A79A-17FE1495C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5448-2680-4648-B696-07B726E5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034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82111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82111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82111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82111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82111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82111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82111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82111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82111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9A4AD-9C61-4A2F-99E0-675E3359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F732A-189B-4AC1-886A-23584A50B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3EE23-AF03-4903-9219-60875A711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97723-E498-4D64-BBB6-490ED1364AC9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FC4B0-FF26-4AB9-BACD-041A24DCD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8E684-F46A-48CC-BAD8-663F8E117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10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.xml"/><Relationship Id="rId5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7.xml"/><Relationship Id="rId12" Type="http://schemas.openxmlformats.org/officeDocument/2006/relationships/image" Target="NUL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6.xml"/><Relationship Id="rId15" Type="http://schemas.openxmlformats.org/officeDocument/2006/relationships/image" Target="../media/image1.png"/><Relationship Id="rId10" Type="http://schemas.openxmlformats.org/officeDocument/2006/relationships/image" Target="NULL"/><Relationship Id="rId9" Type="http://schemas.openxmlformats.org/officeDocument/2006/relationships/customXml" Target="../ink/ink5.xml"/><Relationship Id="rId1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11.xml"/><Relationship Id="rId12" Type="http://schemas.openxmlformats.org/officeDocument/2006/relationships/image" Target="NULL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0.xml"/><Relationship Id="rId15" Type="http://schemas.openxmlformats.org/officeDocument/2006/relationships/image" Target="../media/image1.png"/><Relationship Id="rId10" Type="http://schemas.openxmlformats.org/officeDocument/2006/relationships/image" Target="NULL"/><Relationship Id="rId9" Type="http://schemas.openxmlformats.org/officeDocument/2006/relationships/customXml" Target="../ink/ink9.xml"/><Relationship Id="rId1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15.xml"/><Relationship Id="rId18" Type="http://schemas.openxmlformats.org/officeDocument/2006/relationships/image" Target="../media/image11.png"/><Relationship Id="rId12" Type="http://schemas.openxmlformats.org/officeDocument/2006/relationships/image" Target="NULL"/><Relationship Id="rId17" Type="http://schemas.openxmlformats.org/officeDocument/2006/relationships/customXml" Target="../ink/ink16.xml"/><Relationship Id="rId2" Type="http://schemas.openxmlformats.org/officeDocument/2006/relationships/customXml" Target="../ink/ink1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4.xml"/><Relationship Id="rId15" Type="http://schemas.openxmlformats.org/officeDocument/2006/relationships/image" Target="../media/image1.png"/><Relationship Id="rId10" Type="http://schemas.openxmlformats.org/officeDocument/2006/relationships/image" Target="NULL"/><Relationship Id="rId9" Type="http://schemas.openxmlformats.org/officeDocument/2006/relationships/customXml" Target="../ink/ink13.xml"/><Relationship Id="rId1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9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2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84D8-88AA-506C-A995-4816CF45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3">
            <a:extLst>
              <a:ext uri="{FF2B5EF4-FFF2-40B4-BE49-F238E27FC236}">
                <a16:creationId xmlns:a16="http://schemas.microsoft.com/office/drawing/2014/main" id="{93EDC3FF-C190-C8EA-7DEC-7D397F529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384675"/>
            <a:ext cx="7496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Dr. Pooja Agarwal</a:t>
            </a:r>
          </a:p>
        </p:txBody>
      </p:sp>
      <p:sp>
        <p:nvSpPr>
          <p:cNvPr id="2052" name="Rectangle 14">
            <a:extLst>
              <a:ext uri="{FF2B5EF4-FFF2-40B4-BE49-F238E27FC236}">
                <a16:creationId xmlns:a16="http://schemas.microsoft.com/office/drawing/2014/main" id="{E126F1CE-3265-D2D3-A8ED-FB29F4A96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846638"/>
            <a:ext cx="7496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Dept. of CSE, PES University, Bangalore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A5893B-36D7-B39F-6574-0BEF4B614DA0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57EE55-932E-282C-F262-08B6A35DE8A3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ED1F7A9-6D4B-6583-A540-C61464640517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D2D032-4BDF-904C-4128-8AC3A456DDE2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FCCEBE-CF5C-2002-9968-7EA6E810D44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0BEC23-062A-FD79-274A-8A4CCCDFE8C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E9A012-124A-AB39-5001-C490129B421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3E2B4B40-4943-37DE-2983-E6D43431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05DE2F-FA5D-ECAD-E530-C3EA137ADC55}"/>
              </a:ext>
            </a:extLst>
          </p:cNvPr>
          <p:cNvSpPr/>
          <p:nvPr/>
        </p:nvSpPr>
        <p:spPr>
          <a:xfrm>
            <a:off x="6096000" y="1730266"/>
            <a:ext cx="2181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u="sng" dirty="0">
                <a:solidFill>
                  <a:srgbClr val="FF0000"/>
                </a:solidFill>
              </a:rPr>
              <a:t>Unit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971A3-32DB-BD1A-6B28-A37F3C620372}"/>
              </a:ext>
            </a:extLst>
          </p:cNvPr>
          <p:cNvSpPr/>
          <p:nvPr/>
        </p:nvSpPr>
        <p:spPr>
          <a:xfrm>
            <a:off x="4731026" y="3667444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2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Language Models and </a:t>
            </a:r>
            <a:r>
              <a:rPr lang="en-US" sz="3200" b="1" dirty="0" err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Ngrams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AC26A-E62F-8101-6EC5-6B9CB1FE6B7D}"/>
              </a:ext>
            </a:extLst>
          </p:cNvPr>
          <p:cNvSpPr/>
          <p:nvPr/>
        </p:nvSpPr>
        <p:spPr>
          <a:xfrm>
            <a:off x="2567536" y="503881"/>
            <a:ext cx="7497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67F86042-2C35-03EC-2220-3972DA3DDCCA}"/>
              </a:ext>
            </a:extLst>
          </p:cNvPr>
          <p:cNvSpPr/>
          <p:nvPr/>
        </p:nvSpPr>
        <p:spPr>
          <a:xfrm>
            <a:off x="6316143" y="2640500"/>
            <a:ext cx="2612000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3600"/>
            </a:pPr>
            <a:r>
              <a:rPr lang="en-GB" sz="2667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(UE23CS342BA4)</a:t>
            </a:r>
            <a:endParaRPr sz="2667" b="1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1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5B4DC6B-8399-4A01-0583-8CDBBAD2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>
            <a:extLst>
              <a:ext uri="{FF2B5EF4-FFF2-40B4-BE49-F238E27FC236}">
                <a16:creationId xmlns:a16="http://schemas.microsoft.com/office/drawing/2014/main" id="{C0774D66-BD6C-1C5C-A17D-ABE50FF83244}"/>
              </a:ext>
            </a:extLst>
          </p:cNvPr>
          <p:cNvSpPr/>
          <p:nvPr/>
        </p:nvSpPr>
        <p:spPr>
          <a:xfrm>
            <a:off x="693900" y="1887267"/>
            <a:ext cx="7792000" cy="7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3733" b="1" dirty="0">
                <a:latin typeface="Calibri"/>
                <a:ea typeface="Calibri"/>
                <a:cs typeface="Calibri"/>
                <a:sym typeface="Calibri"/>
              </a:rPr>
              <a:t>Generative AI and its Applications</a:t>
            </a:r>
            <a:endParaRPr sz="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21">
            <a:extLst>
              <a:ext uri="{FF2B5EF4-FFF2-40B4-BE49-F238E27FC236}">
                <a16:creationId xmlns:a16="http://schemas.microsoft.com/office/drawing/2014/main" id="{3E684A38-8B94-C6B2-5ABA-D43D749E0B98}"/>
              </a:ext>
            </a:extLst>
          </p:cNvPr>
          <p:cNvCxnSpPr/>
          <p:nvPr/>
        </p:nvCxnSpPr>
        <p:spPr>
          <a:xfrm rot="10800000" flipH="1">
            <a:off x="71481" y="2555167"/>
            <a:ext cx="8214800" cy="6120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21">
            <a:extLst>
              <a:ext uri="{FF2B5EF4-FFF2-40B4-BE49-F238E27FC236}">
                <a16:creationId xmlns:a16="http://schemas.microsoft.com/office/drawing/2014/main" id="{D0027974-4BB1-9BC5-9AB2-B1CA1B2FF39C}"/>
              </a:ext>
            </a:extLst>
          </p:cNvPr>
          <p:cNvSpPr txBox="1"/>
          <p:nvPr/>
        </p:nvSpPr>
        <p:spPr>
          <a:xfrm>
            <a:off x="693900" y="3247067"/>
            <a:ext cx="92076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200" b="1" dirty="0" err="1">
                <a:solidFill>
                  <a:srgbClr val="C55A11"/>
                </a:solidFill>
                <a:ea typeface="Calibri"/>
                <a:cs typeface="Calibri"/>
                <a:sym typeface="Calibri"/>
              </a:rPr>
              <a:t>Ngrams</a:t>
            </a:r>
            <a:endParaRPr lang="en-US" sz="2400" dirty="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364C0D01-8E70-CA60-CC1F-3C76BDEDCB9A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24669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3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Language Modelling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B0C9BD-21D1-46F8-B77E-8460865115F4}"/>
              </a:ext>
            </a:extLst>
          </p:cNvPr>
          <p:cNvSpPr txBox="1"/>
          <p:nvPr/>
        </p:nvSpPr>
        <p:spPr>
          <a:xfrm>
            <a:off x="598883" y="1732876"/>
            <a:ext cx="89370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Language modeling (LM) is the </a:t>
            </a:r>
            <a:r>
              <a:rPr lang="en-US" sz="2400" dirty="0">
                <a:solidFill>
                  <a:srgbClr val="FF0000"/>
                </a:solidFill>
              </a:rPr>
              <a:t>use of various statistical and probabilistic techniques </a:t>
            </a:r>
            <a:r>
              <a:rPr lang="en-US" sz="2400" dirty="0"/>
              <a:t>to determine the </a:t>
            </a:r>
            <a:r>
              <a:rPr lang="en-US" sz="2400" dirty="0">
                <a:solidFill>
                  <a:srgbClr val="FF0000"/>
                </a:solidFill>
              </a:rPr>
              <a:t>probability of a given sequence of words</a:t>
            </a:r>
            <a:r>
              <a:rPr lang="en-US" sz="2400" dirty="0"/>
              <a:t> occurring in a sentence.</a:t>
            </a:r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 Language models </a:t>
            </a:r>
            <a:r>
              <a:rPr lang="en-US" sz="2400" dirty="0">
                <a:solidFill>
                  <a:srgbClr val="B006A6"/>
                </a:solidFill>
              </a:rPr>
              <a:t>analyze body of text data to provide a basis for their word predictions. </a:t>
            </a:r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They are used in natural language processing (NLP) applications, particularly ones that generate text as an output.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/>
              <a:t>Eg</a:t>
            </a:r>
            <a:r>
              <a:rPr lang="en-US" sz="2400" dirty="0"/>
              <a:t>, in Machine Translation and Question Answering systems.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AF8F37-4C4E-E0DF-32B3-6F8D74A7D9FC}"/>
              </a:ext>
            </a:extLst>
          </p:cNvPr>
          <p:cNvSpPr txBox="1"/>
          <p:nvPr/>
        </p:nvSpPr>
        <p:spPr>
          <a:xfrm>
            <a:off x="5562600" y="6558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highlight>
                  <a:srgbClr val="FFFF00"/>
                </a:highlight>
              </a:rPr>
              <a:t>I am very ……….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BA4DD682-EB3D-A4A5-3A63-B5EE30264B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4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Language Modelling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33BAAA-5F50-4BAE-9E80-7A36CBA3BC96}"/>
                  </a:ext>
                </a:extLst>
              </p:cNvPr>
              <p:cNvSpPr txBox="1"/>
              <p:nvPr/>
            </p:nvSpPr>
            <p:spPr>
              <a:xfrm>
                <a:off x="408291" y="1482935"/>
                <a:ext cx="8797354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statistical language model is a </a:t>
                </a:r>
                <a:r>
                  <a:rPr lang="en-US" sz="2400" dirty="0">
                    <a:solidFill>
                      <a:srgbClr val="C00000"/>
                    </a:solidFill>
                  </a:rPr>
                  <a:t>probability distribution over sequences of words.</a:t>
                </a:r>
                <a:r>
                  <a:rPr lang="en-US" sz="2400" dirty="0"/>
                  <a:t> Given such a sequence, say of length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, it assigns a probability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dirty="0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IN" sz="24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/>
                      </a:rPr>
                      <m:t>…, ,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dirty="0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IN" sz="2400" b="0" i="1" dirty="0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 to the whole sequence.</a:t>
                </a:r>
              </a:p>
              <a:p>
                <a:pPr algn="just"/>
                <a:endParaRPr lang="en-US" sz="24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language model </a:t>
                </a:r>
                <a:r>
                  <a:rPr lang="en-US" sz="2400" dirty="0">
                    <a:solidFill>
                      <a:srgbClr val="B006A6"/>
                    </a:solidFill>
                  </a:rPr>
                  <a:t>provides context to distinguish between words and phrase</a:t>
                </a:r>
                <a:r>
                  <a:rPr lang="en-US" sz="2400" dirty="0"/>
                  <a:t>s that sound similar. </a:t>
                </a:r>
              </a:p>
              <a:p>
                <a:pPr algn="just"/>
                <a:endParaRPr lang="en-US" sz="24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example, in American English, the phrases </a:t>
                </a:r>
              </a:p>
              <a:p>
                <a:pPr algn="just"/>
                <a:r>
                  <a:rPr lang="en-US" sz="2400" dirty="0"/>
                  <a:t>	"</a:t>
                </a:r>
                <a:r>
                  <a:rPr lang="en-US" sz="2400" dirty="0">
                    <a:solidFill>
                      <a:srgbClr val="002060"/>
                    </a:solidFill>
                  </a:rPr>
                  <a:t>recognize speech</a:t>
                </a:r>
                <a:r>
                  <a:rPr lang="en-US" sz="2400" dirty="0"/>
                  <a:t>" and </a:t>
                </a:r>
              </a:p>
              <a:p>
                <a:pPr algn="just"/>
                <a:r>
                  <a:rPr lang="en-US" sz="2400" dirty="0"/>
                  <a:t>	"</a:t>
                </a:r>
                <a:r>
                  <a:rPr lang="en-US" sz="2400" dirty="0">
                    <a:solidFill>
                      <a:srgbClr val="002060"/>
                    </a:solidFill>
                  </a:rPr>
                  <a:t>wreck a nice beach</a:t>
                </a:r>
                <a:r>
                  <a:rPr lang="en-US" sz="2400" dirty="0"/>
                  <a:t>"   sound similar, but mean different things.</a:t>
                </a:r>
                <a:endParaRPr lang="en-IN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3433BAAA-5F50-4BAE-9E80-7A36CBA3B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91" y="1482935"/>
                <a:ext cx="8797354" cy="4154984"/>
              </a:xfrm>
              <a:prstGeom prst="rect">
                <a:avLst/>
              </a:prstGeom>
              <a:blipFill rotWithShape="1">
                <a:blip r:embed="rId4"/>
                <a:stretch>
                  <a:fillRect l="-1109" t="-1173" r="-1040" b="-23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F5BC0EF0-3890-8B7A-E7FF-5ABAEAA5DE2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7F1F58-2A08-7107-6CFD-F32BF68BF349}"/>
                  </a:ext>
                </a:extLst>
              </p14:cNvPr>
              <p14:cNvContentPartPr/>
              <p14:nvPr/>
            </p14:nvContentPartPr>
            <p14:xfrm>
              <a:off x="1251720" y="2720520"/>
              <a:ext cx="10180800" cy="2603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7F1F58-2A08-7107-6CFD-F32BF68BF3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42360" y="2711160"/>
                <a:ext cx="10199520" cy="262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991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5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How language </a:t>
            </a:r>
            <a:r>
              <a:rPr lang="en-IN" sz="2400" dirty="0" err="1">
                <a:solidFill>
                  <a:schemeClr val="accent2">
                    <a:lumMod val="75000"/>
                  </a:schemeClr>
                </a:solidFill>
              </a:rPr>
              <a:t>modeling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 works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0313ED-CDC5-41BC-A973-2EE22C8E42C8}"/>
              </a:ext>
            </a:extLst>
          </p:cNvPr>
          <p:cNvSpPr txBox="1"/>
          <p:nvPr/>
        </p:nvSpPr>
        <p:spPr>
          <a:xfrm>
            <a:off x="598883" y="1868853"/>
            <a:ext cx="846292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Language models </a:t>
            </a:r>
            <a:r>
              <a:rPr lang="en-US" sz="2400" dirty="0">
                <a:solidFill>
                  <a:srgbClr val="FF0000"/>
                </a:solidFill>
              </a:rPr>
              <a:t>determine word probability</a:t>
            </a:r>
            <a:r>
              <a:rPr lang="en-US" sz="2400" dirty="0"/>
              <a:t> by analyzing text data. </a:t>
            </a:r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They </a:t>
            </a:r>
            <a:r>
              <a:rPr lang="en-US" sz="2400" dirty="0">
                <a:solidFill>
                  <a:srgbClr val="B006A6"/>
                </a:solidFill>
              </a:rPr>
              <a:t>interpret this data </a:t>
            </a:r>
            <a:r>
              <a:rPr lang="en-US" sz="2400" dirty="0"/>
              <a:t>by feeding it through </a:t>
            </a:r>
            <a:r>
              <a:rPr lang="en-US" sz="2400" dirty="0">
                <a:solidFill>
                  <a:srgbClr val="B006A6"/>
                </a:solidFill>
              </a:rPr>
              <a:t>an algorithm </a:t>
            </a:r>
            <a:r>
              <a:rPr lang="en-US" sz="2400" dirty="0"/>
              <a:t>that establishes </a:t>
            </a:r>
            <a:r>
              <a:rPr lang="en-US" sz="2400" dirty="0">
                <a:solidFill>
                  <a:srgbClr val="B006A6"/>
                </a:solidFill>
              </a:rPr>
              <a:t>rules for</a:t>
            </a:r>
            <a:r>
              <a:rPr lang="en-US" sz="2400" dirty="0">
                <a:solidFill>
                  <a:srgbClr val="B006A6"/>
                </a:solidFill>
                <a:highlight>
                  <a:srgbClr val="FFFF00"/>
                </a:highlight>
              </a:rPr>
              <a:t> context </a:t>
            </a:r>
            <a:r>
              <a:rPr lang="en-US" sz="2400" dirty="0"/>
              <a:t>in natural language. </a:t>
            </a:r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data is educated by the language model, and they feed it through an algorithm</a:t>
            </a:r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It finds the rules for context in the natural language and this way, </a:t>
            </a:r>
            <a:r>
              <a:rPr lang="en-US" sz="2400" dirty="0">
                <a:solidFill>
                  <a:srgbClr val="00B050"/>
                </a:solidFill>
              </a:rPr>
              <a:t>the model applies these rules</a:t>
            </a:r>
            <a:r>
              <a:rPr lang="en-US" sz="2400" dirty="0"/>
              <a:t> in different type of language tasks </a:t>
            </a:r>
            <a:r>
              <a:rPr lang="en-US" sz="2400" b="1" dirty="0"/>
              <a:t>to accurately predict the</a:t>
            </a:r>
            <a:r>
              <a:rPr lang="en-US" sz="2400" dirty="0"/>
              <a:t> new sentences. </a:t>
            </a:r>
          </a:p>
          <a:p>
            <a:pPr algn="just"/>
            <a:endParaRPr lang="en-US" sz="2400" dirty="0"/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0876131A-B006-D199-C73E-FD3B19E8BB5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71F560-C910-A78A-6D44-674C19F51D2C}"/>
                  </a:ext>
                </a:extLst>
              </p14:cNvPr>
              <p14:cNvContentPartPr/>
              <p14:nvPr/>
            </p14:nvContentPartPr>
            <p14:xfrm>
              <a:off x="2248560" y="2376360"/>
              <a:ext cx="6417360" cy="3619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71F560-C910-A78A-6D44-674C19F51D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9200" y="2367000"/>
                <a:ext cx="6436080" cy="36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7132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6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Why Probability of words?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4DECC2F-A97D-43B3-951F-6F6079E6B6A3}"/>
              </a:ext>
            </a:extLst>
          </p:cNvPr>
          <p:cNvSpPr txBox="1"/>
          <p:nvPr/>
        </p:nvSpPr>
        <p:spPr>
          <a:xfrm>
            <a:off x="511138" y="1281025"/>
            <a:ext cx="86945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>
                <a:solidFill>
                  <a:srgbClr val="FF0000"/>
                </a:solidFill>
              </a:rPr>
              <a:t>language model learns to predict the probability of a sequence of words</a:t>
            </a:r>
            <a:r>
              <a:rPr lang="en-US" sz="24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But why do we need to learn the probability of words? Let’s understand that with an example.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BCF2A-5E90-4958-86EA-5CB1E9602EDB}"/>
              </a:ext>
            </a:extLst>
          </p:cNvPr>
          <p:cNvSpPr txBox="1"/>
          <p:nvPr/>
        </p:nvSpPr>
        <p:spPr>
          <a:xfrm>
            <a:off x="511139" y="2985053"/>
            <a:ext cx="91684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Eg</a:t>
            </a:r>
            <a:r>
              <a:rPr lang="en-US" sz="2400" dirty="0"/>
              <a:t>. In Machine Translation, </a:t>
            </a:r>
            <a:r>
              <a:rPr lang="en-US" sz="2400" dirty="0">
                <a:solidFill>
                  <a:srgbClr val="B006A6"/>
                </a:solidFill>
              </a:rPr>
              <a:t>a bunch of words are taken </a:t>
            </a:r>
            <a:r>
              <a:rPr lang="en-US" sz="2400" dirty="0"/>
              <a:t>from a language and </a:t>
            </a:r>
            <a:r>
              <a:rPr lang="en-US" sz="2400" dirty="0">
                <a:solidFill>
                  <a:srgbClr val="B006A6"/>
                </a:solidFill>
              </a:rPr>
              <a:t>convert these words into another language.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B006A6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There can be </a:t>
            </a:r>
            <a:r>
              <a:rPr lang="en-US" sz="2400" dirty="0">
                <a:solidFill>
                  <a:srgbClr val="002060"/>
                </a:solidFill>
              </a:rPr>
              <a:t>many potential translations</a:t>
            </a:r>
            <a:r>
              <a:rPr lang="en-US" sz="2400" dirty="0"/>
              <a:t>, so </a:t>
            </a:r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compute the probability of each of these translations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to understand which one is the most accurate.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D2218-E804-4C8D-AD4B-381CD887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902" y="5272419"/>
            <a:ext cx="5001605" cy="13337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4E9D90-61DC-4329-1E8B-95DEDB03C97D}"/>
              </a:ext>
            </a:extLst>
          </p:cNvPr>
          <p:cNvSpPr txBox="1"/>
          <p:nvPr/>
        </p:nvSpPr>
        <p:spPr>
          <a:xfrm>
            <a:off x="6157643" y="24897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highlight>
                  <a:srgbClr val="FFFF00"/>
                </a:highlight>
              </a:rPr>
              <a:t>I am reading a book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878F505A-12CD-8F30-44B2-07BB1FC767F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61B9980-D0CB-DF79-7002-BC574B71F31F}"/>
                  </a:ext>
                </a:extLst>
              </p14:cNvPr>
              <p14:cNvContentPartPr/>
              <p14:nvPr/>
            </p14:nvContentPartPr>
            <p14:xfrm>
              <a:off x="2275920" y="2346120"/>
              <a:ext cx="6201000" cy="3902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61B9980-D0CB-DF79-7002-BC574B71F3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66560" y="2336760"/>
                <a:ext cx="6219720" cy="392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149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7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508B14-BE38-4BA2-94B8-54FB8CE1FE77}"/>
              </a:ext>
            </a:extLst>
          </p:cNvPr>
          <p:cNvSpPr txBox="1"/>
          <p:nvPr/>
        </p:nvSpPr>
        <p:spPr>
          <a:xfrm>
            <a:off x="517156" y="1420394"/>
            <a:ext cx="880752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This ability to </a:t>
            </a:r>
            <a:r>
              <a:rPr lang="en-US" sz="2400" dirty="0">
                <a:solidFill>
                  <a:srgbClr val="C00000"/>
                </a:solidFill>
              </a:rPr>
              <a:t>model the rules of a language as a probability </a:t>
            </a:r>
            <a:r>
              <a:rPr lang="en-US" sz="2400" dirty="0"/>
              <a:t>gives great power for NLP related tasks. </a:t>
            </a:r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Language models are used in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speech recognition,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machine translation,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part-of-speech tagging,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parsing,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Optical Character Recognition,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handwriting recognition,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information retrieval, and many other daily tasks.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 </a:t>
            </a:r>
            <a:endParaRPr lang="en-IN" sz="2400" dirty="0"/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188F6186-A339-41CB-CBEC-3FB223C4301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8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RECAP: Bayes’ theorem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457146-20C9-4D8C-9451-B8BA68BE149C}"/>
              </a:ext>
            </a:extLst>
          </p:cNvPr>
          <p:cNvSpPr txBox="1">
            <a:spLocks/>
          </p:cNvSpPr>
          <p:nvPr/>
        </p:nvSpPr>
        <p:spPr>
          <a:xfrm>
            <a:off x="669044" y="1077884"/>
            <a:ext cx="9417931" cy="56110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72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b="1" dirty="0"/>
              <a:t>The formula is:</a:t>
            </a:r>
          </a:p>
          <a:p>
            <a:pPr>
              <a:lnSpc>
                <a:spcPct val="100000"/>
              </a:lnSpc>
            </a:pP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C000"/>
                </a:solidFill>
              </a:rPr>
              <a:t>Which tells us:</a:t>
            </a:r>
            <a:r>
              <a:rPr lang="en-US" sz="2400" dirty="0"/>
              <a:t> Probability of event A occurring at a  particular place given event B, written </a:t>
            </a:r>
            <a:r>
              <a:rPr lang="en-US" sz="2400" b="1" dirty="0"/>
              <a:t>P(A|B)</a:t>
            </a:r>
            <a:r>
              <a:rPr lang="en-US" sz="2400" dirty="0"/>
              <a:t>,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Say A is the “predicted word” and B is the “another word that appears before A”.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C000"/>
                </a:solidFill>
              </a:rPr>
              <a:t>When we know: 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how often B happens </a:t>
            </a:r>
            <a:r>
              <a:rPr lang="en-US" i="1" dirty="0"/>
              <a:t>given that A happens</a:t>
            </a:r>
            <a:r>
              <a:rPr lang="en-US" dirty="0"/>
              <a:t>, written </a:t>
            </a:r>
            <a:r>
              <a:rPr lang="en-US" b="1" dirty="0"/>
              <a:t>P(B|A)</a:t>
            </a:r>
            <a:r>
              <a:rPr lang="en-US" dirty="0"/>
              <a:t>  and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how likely A is on its own, written </a:t>
            </a:r>
            <a:r>
              <a:rPr lang="en-US" b="1" dirty="0"/>
              <a:t>P(A)</a:t>
            </a:r>
            <a:r>
              <a:rPr lang="en-US" dirty="0"/>
              <a:t>  and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how likely B is on its own, written </a:t>
            </a:r>
            <a:r>
              <a:rPr lang="en-US" b="1" dirty="0"/>
              <a:t>P(B)</a:t>
            </a:r>
          </a:p>
          <a:p>
            <a:pPr indent="-457200">
              <a:lnSpc>
                <a:spcPct val="100000"/>
              </a:lnSpc>
              <a:buFont typeface="Wingdings" pitchFamily="2" charset="2"/>
              <a:buChar char="§"/>
            </a:pPr>
            <a:endParaRPr lang="en-US" sz="2400" b="1" dirty="0"/>
          </a:p>
          <a:p>
            <a:pPr>
              <a:lnSpc>
                <a:spcPct val="100000"/>
              </a:lnSpc>
              <a:buFont typeface="Arial" panose="020B0604020202020204" pitchFamily="34" charset="0"/>
              <a:buNone/>
            </a:pP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F4146D-C776-401F-94FE-06D2B5600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020" y="2006425"/>
            <a:ext cx="3098529" cy="794282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5CE84BE9-7563-B342-2F14-F071325C685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099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9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RECAP : Chain rule of probability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EF50BC-55F4-4E81-A3CB-F5CF2E60D6D7}"/>
              </a:ext>
            </a:extLst>
          </p:cNvPr>
          <p:cNvSpPr txBox="1">
            <a:spLocks/>
          </p:cNvSpPr>
          <p:nvPr/>
        </p:nvSpPr>
        <p:spPr>
          <a:xfrm>
            <a:off x="895350" y="1295400"/>
            <a:ext cx="8927919" cy="50139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We can rearrange the formula for </a:t>
            </a:r>
            <a:r>
              <a:rPr lang="en-IN" sz="2400" b="1" dirty="0"/>
              <a:t>conditional probability </a:t>
            </a:r>
            <a:r>
              <a:rPr lang="en-IN" sz="2400" dirty="0"/>
              <a:t>to get the so-called </a:t>
            </a:r>
            <a:r>
              <a:rPr lang="en-IN" sz="2400" b="1" i="1" dirty="0">
                <a:solidFill>
                  <a:srgbClr val="FFC000"/>
                </a:solidFill>
              </a:rPr>
              <a:t>product rule</a:t>
            </a:r>
            <a:r>
              <a:rPr lang="en-IN" sz="2400" dirty="0"/>
              <a:t>:</a:t>
            </a:r>
          </a:p>
          <a:p>
            <a:pPr algn="ctr"/>
            <a:r>
              <a:rPr lang="en-IN" sz="2400" b="1" dirty="0">
                <a:solidFill>
                  <a:srgbClr val="FFC000"/>
                </a:solidFill>
              </a:rPr>
              <a:t>P(A,B) = p(A) p(B|A)</a:t>
            </a:r>
          </a:p>
          <a:p>
            <a:r>
              <a:rPr lang="en-IN" sz="2400" dirty="0"/>
              <a:t>We can extend this for three variables:</a:t>
            </a:r>
          </a:p>
          <a:p>
            <a:pPr algn="ctr"/>
            <a:r>
              <a:rPr lang="en-IN" sz="2400" b="1" dirty="0">
                <a:solidFill>
                  <a:srgbClr val="FFC000"/>
                </a:solidFill>
              </a:rPr>
              <a:t>P(A,B,C) = P(A) P(B|A) P(C|A,B)</a:t>
            </a:r>
          </a:p>
          <a:p>
            <a:r>
              <a:rPr lang="en-IN" sz="2400" dirty="0"/>
              <a:t>and in general to n variables:</a:t>
            </a:r>
          </a:p>
          <a:p>
            <a:r>
              <a:rPr lang="en-IN" sz="2400" b="1" dirty="0">
                <a:solidFill>
                  <a:srgbClr val="FFC000"/>
                </a:solidFill>
              </a:rPr>
              <a:t>             P(X1, X2, ..., </a:t>
            </a:r>
            <a:r>
              <a:rPr lang="en-IN" sz="2400" b="1" dirty="0" err="1">
                <a:solidFill>
                  <a:srgbClr val="FFC000"/>
                </a:solidFill>
              </a:rPr>
              <a:t>Xn</a:t>
            </a:r>
            <a:r>
              <a:rPr lang="en-IN" sz="2400" b="1" dirty="0">
                <a:solidFill>
                  <a:srgbClr val="FFC000"/>
                </a:solidFill>
              </a:rPr>
              <a:t>) =P(X1) P(X2| X1) P(X3|X1,X2), ..., P(Xn|X</a:t>
            </a:r>
            <a:r>
              <a:rPr lang="en-IN" sz="2400" b="1" baseline="-25000" dirty="0">
                <a:solidFill>
                  <a:srgbClr val="FFC000"/>
                </a:solidFill>
              </a:rPr>
              <a:t>1</a:t>
            </a:r>
            <a:r>
              <a:rPr lang="en-IN" sz="2400" b="1" baseline="30000" dirty="0">
                <a:solidFill>
                  <a:srgbClr val="FFC000"/>
                </a:solidFill>
              </a:rPr>
              <a:t>n-1</a:t>
            </a:r>
            <a:r>
              <a:rPr lang="en-IN" sz="2400" b="1" dirty="0">
                <a:solidFill>
                  <a:srgbClr val="FFC000"/>
                </a:solidFill>
              </a:rPr>
              <a:t>)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730CB6-A365-49F2-8035-13E0F69BA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96" y="1994881"/>
            <a:ext cx="9114310" cy="4755292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6843A865-E68F-5E81-AE8E-FB094F888AB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2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10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Defining Probabilistic Language </a:t>
            </a:r>
            <a:r>
              <a:rPr lang="en-IN" sz="2400" dirty="0" err="1">
                <a:solidFill>
                  <a:schemeClr val="accent2">
                    <a:lumMod val="75000"/>
                  </a:schemeClr>
                </a:solidFill>
              </a:rPr>
              <a:t>Modeling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8FB11E06-137D-4994-B0E8-DDE80406DFA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77417" y="1256282"/>
                <a:ext cx="8513886" cy="5467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lnSpcReduction="10000"/>
              </a:bodyPr>
              <a:lstStyle>
                <a:lvl1pPr marL="457200" lvl="0" indent="-342900" algn="l" defTabSz="914400" rtl="0" eaLnBrk="1" latinLnBrk="0" hangingPunct="1">
                  <a:lnSpc>
                    <a:spcPct val="90000"/>
                  </a:lnSpc>
                  <a:spcBef>
                    <a:spcPts val="82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lvl="1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lvl="2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lvl="3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lvl="4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lvl="5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lvl="6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lvl="7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lvl="8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b="1" dirty="0"/>
                  <a:t>We need cleverer ways of estimating 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b="1" dirty="0">
                    <a:solidFill>
                      <a:srgbClr val="FFC000"/>
                    </a:solidFill>
                  </a:rPr>
                  <a:t>	</a:t>
                </a:r>
                <a:r>
                  <a:rPr lang="en-US" sz="2400" dirty="0"/>
                  <a:t>the probability of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𝑤𝑜𝑟𝑑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given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h𝑖𝑠𝑡𝑜𝑟𝑦</m:t>
                    </m:r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h</m:t>
                    </m:r>
                    <m:r>
                      <a:rPr lang="en-US" sz="2400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sz="2400" dirty="0"/>
                  <a:t> or 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dirty="0"/>
                  <a:t>	the probability of an </a:t>
                </a:r>
                <a:r>
                  <a:rPr lang="en-US" sz="2400" dirty="0">
                    <a:solidFill>
                      <a:srgbClr val="002060"/>
                    </a:solidFill>
                  </a:rPr>
                  <a:t>entire word sequence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𝑊</m:t>
                    </m:r>
                    <m:r>
                      <a:rPr lang="en-US" sz="2400" i="1" dirty="0" smtClean="0">
                        <a:latin typeface="Cambria Math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dirty="0"/>
                  <a:t>Estimate the probabilities of words </a:t>
                </a:r>
                <a:r>
                  <a:rPr lang="en-US" sz="2400" b="1" i="1" dirty="0"/>
                  <a:t>here, today, tomorrow, there </a:t>
                </a:r>
                <a:r>
                  <a:rPr lang="en-US" sz="2400" dirty="0"/>
                  <a:t>…. given a history “</a:t>
                </a:r>
                <a:r>
                  <a:rPr lang="en-US" sz="2400" b="1" dirty="0"/>
                  <a:t>can you please come</a:t>
                </a:r>
                <a:r>
                  <a:rPr lang="en-US" sz="2400" dirty="0"/>
                  <a:t>”. Choose the word having highest probability.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b="1" dirty="0"/>
                  <a:t>Language Model - “fill in the blank” :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dirty="0"/>
                  <a:t>“He picked up the bat and hit the _____”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b="1" dirty="0">
                  <a:latin typeface="Calibri" charset="0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8FB11E06-137D-4994-B0E8-DDE80406D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17" y="1256282"/>
                <a:ext cx="8513886" cy="5467350"/>
              </a:xfrm>
              <a:prstGeom prst="rect">
                <a:avLst/>
              </a:prstGeom>
              <a:blipFill>
                <a:blip r:embed="rId4"/>
                <a:stretch>
                  <a:fillRect l="-1146" r="-2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A48DEE3-C448-4F25-8051-43DA9F0F1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181" y="2725204"/>
            <a:ext cx="4596782" cy="1231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19BD44-7DE9-38FF-5408-E8C2B5C50B35}"/>
              </a:ext>
            </a:extLst>
          </p:cNvPr>
          <p:cNvSpPr txBox="1"/>
          <p:nvPr/>
        </p:nvSpPr>
        <p:spPr>
          <a:xfrm>
            <a:off x="6434963" y="496910"/>
            <a:ext cx="2872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highlight>
                  <a:srgbClr val="FFFF00"/>
                </a:highlight>
              </a:rPr>
              <a:t>I am reading …………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B5026A-D9A1-19EB-303E-31768E32AF06}"/>
              </a:ext>
            </a:extLst>
          </p:cNvPr>
          <p:cNvSpPr txBox="1"/>
          <p:nvPr/>
        </p:nvSpPr>
        <p:spPr>
          <a:xfrm>
            <a:off x="8128486" y="4804482"/>
            <a:ext cx="3225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highlight>
                  <a:srgbClr val="FFFF00"/>
                </a:highlight>
              </a:rPr>
              <a:t>i.e. P(</a:t>
            </a:r>
            <a:r>
              <a:rPr lang="en-US" sz="1800" dirty="0" err="1">
                <a:highlight>
                  <a:srgbClr val="FFFF00"/>
                </a:highlight>
              </a:rPr>
              <a:t>w|h</a:t>
            </a:r>
            <a:r>
              <a:rPr lang="en-US" sz="1800" dirty="0">
                <a:highlight>
                  <a:srgbClr val="FFFF00"/>
                </a:highlight>
              </a:rPr>
              <a:t>) or P(</a:t>
            </a:r>
            <a:r>
              <a:rPr lang="en-US" sz="1800" dirty="0" err="1">
                <a:highlight>
                  <a:srgbClr val="FFFF00"/>
                </a:highlight>
              </a:rPr>
              <a:t>word|history</a:t>
            </a:r>
            <a:r>
              <a:rPr lang="en-US" sz="1800" dirty="0">
                <a:highlight>
                  <a:srgbClr val="FFFF00"/>
                </a:highlight>
              </a:rPr>
              <a:t>)</a:t>
            </a: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D998A067-A328-A9E7-A026-31D65DA2754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2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11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Defining Probabilistic Language </a:t>
            </a:r>
            <a:r>
              <a:rPr lang="en-IN" sz="2400" dirty="0" err="1">
                <a:solidFill>
                  <a:schemeClr val="accent2">
                    <a:lumMod val="75000"/>
                  </a:schemeClr>
                </a:solidFill>
              </a:rPr>
              <a:t>Modeling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36A841C6-D392-4897-88AF-9D9B1226037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50147" y="1182378"/>
                <a:ext cx="9346550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/>
              </a:bodyPr>
              <a:lstStyle>
                <a:lvl1pPr marL="457200" lvl="0" indent="-342900" algn="l" defTabSz="914400" rtl="0" eaLnBrk="1" latinLnBrk="0" hangingPunct="1">
                  <a:lnSpc>
                    <a:spcPct val="90000"/>
                  </a:lnSpc>
                  <a:spcBef>
                    <a:spcPts val="82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lvl="1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lvl="2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lvl="3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lvl="4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lvl="5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lvl="6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lvl="7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lvl="8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itchFamily="2" charset="2"/>
                  <a:buChar char="§"/>
                </a:pPr>
                <a:r>
                  <a:rPr lang="en-US" sz="2700" dirty="0"/>
                  <a:t> </a:t>
                </a:r>
                <a:r>
                  <a:rPr lang="en-US" sz="2400" dirty="0"/>
                  <a:t>To represent the probability of a particular random variable X</a:t>
                </a:r>
                <a:r>
                  <a:rPr lang="en-US" sz="2400" baseline="-25000" dirty="0"/>
                  <a:t>i</a:t>
                </a:r>
                <a:r>
                  <a:rPr lang="en-US" sz="2400" dirty="0"/>
                  <a:t> taking on the value “the”, or P(X</a:t>
                </a:r>
                <a:r>
                  <a:rPr lang="en-US" sz="2400" baseline="-25000" dirty="0"/>
                  <a:t>i</a:t>
                </a:r>
                <a:r>
                  <a:rPr lang="en-US" sz="2400" dirty="0"/>
                  <a:t> = “the”), we will use the simplification P(the). </a:t>
                </a:r>
              </a:p>
              <a:p>
                <a:pPr>
                  <a:lnSpc>
                    <a:spcPct val="100000"/>
                  </a:lnSpc>
                  <a:buFont typeface="Wingdings" pitchFamily="2" charset="2"/>
                  <a:buChar char="§"/>
                </a:pPr>
                <a:r>
                  <a:rPr lang="en-US" sz="2400" dirty="0"/>
                  <a:t> A sequence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𝑁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words are represented either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cs typeface="Consolas" pitchFamily="49" charset="0"/>
                      </a:rPr>
                      <m:t>𝑤</m:t>
                    </m:r>
                    <m:r>
                      <a:rPr lang="en-US" sz="2400" i="1" baseline="-25000" dirty="0">
                        <a:latin typeface="Cambria Math"/>
                        <a:cs typeface="Consolas" pitchFamily="49" charset="0"/>
                      </a:rPr>
                      <m:t>1</m:t>
                    </m:r>
                    <m:r>
                      <a:rPr lang="en-US" sz="2400" i="1" dirty="0">
                        <a:latin typeface="Cambria Math"/>
                        <a:cs typeface="Consolas" pitchFamily="49" charset="0"/>
                      </a:rPr>
                      <m:t>…</m:t>
                    </m:r>
                    <m:r>
                      <a:rPr lang="en-US" sz="2400" i="1" dirty="0" err="1">
                        <a:latin typeface="Cambria Math"/>
                        <a:cs typeface="Consolas" pitchFamily="49" charset="0"/>
                      </a:rPr>
                      <m:t>𝑤</m:t>
                    </m:r>
                    <m:r>
                      <a:rPr lang="en-US" sz="2400" i="1" baseline="-25000" dirty="0" err="1">
                        <a:latin typeface="Cambria Math"/>
                        <a:cs typeface="Consolas" pitchFamily="49" charset="0"/>
                      </a:rPr>
                      <m:t>𝑛</m:t>
                    </m:r>
                    <m:r>
                      <a:rPr lang="en-US" sz="2400" i="1" dirty="0">
                        <a:latin typeface="Cambria Math"/>
                        <a:cs typeface="Consolas" pitchFamily="49" charset="0"/>
                      </a:rPr>
                      <m:t> </m:t>
                    </m:r>
                    <m:r>
                      <a:rPr lang="en-US" sz="2400" i="1" dirty="0">
                        <a:latin typeface="Cambria Math"/>
                      </a:rPr>
                      <m:t>𝑜𝑟</m:t>
                    </m:r>
                    <m:r>
                      <a:rPr lang="en-US" sz="2400" i="1" dirty="0">
                        <a:latin typeface="Cambria Math"/>
                      </a:rPr>
                      <m:t> </m:t>
                    </m:r>
                    <m:r>
                      <a:rPr lang="en-US" sz="2400" i="1" dirty="0">
                        <a:latin typeface="Cambria Math"/>
                        <a:cs typeface="Consolas" pitchFamily="49" charset="0"/>
                      </a:rPr>
                      <m:t>𝑤</m:t>
                    </m:r>
                    <m:r>
                      <a:rPr lang="en-US" sz="2400" i="1" baseline="-25000" dirty="0">
                        <a:latin typeface="Cambria Math"/>
                        <a:cs typeface="Consolas" pitchFamily="49" charset="0"/>
                      </a:rPr>
                      <m:t>1</m:t>
                    </m:r>
                    <m:r>
                      <a:rPr lang="en-US" sz="2400" i="1" baseline="30000" dirty="0">
                        <a:latin typeface="Cambria Math"/>
                        <a:cs typeface="Consolas" pitchFamily="49" charset="0"/>
                      </a:rPr>
                      <m:t>𝑛</m:t>
                    </m:r>
                  </m:oMath>
                </a14:m>
                <a:endParaRPr lang="en-US" sz="2400" baseline="30000" dirty="0">
                  <a:latin typeface="Consolas" pitchFamily="49" charset="0"/>
                  <a:cs typeface="Consolas" pitchFamily="49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2400" baseline="30000" dirty="0">
                  <a:latin typeface="Consolas" pitchFamily="49" charset="0"/>
                  <a:cs typeface="Consolas" pitchFamily="49" charset="0"/>
                </a:endParaRPr>
              </a:p>
              <a:p>
                <a:pPr>
                  <a:lnSpc>
                    <a:spcPct val="100000"/>
                  </a:lnSpc>
                  <a:buFont typeface="Wingdings" pitchFamily="2" charset="2"/>
                  <a:buChar char="§"/>
                </a:pPr>
                <a:r>
                  <a:rPr lang="en-US" sz="2400" dirty="0"/>
                  <a:t> For </a:t>
                </a:r>
                <a:r>
                  <a:rPr lang="en-US" sz="2400" b="1" dirty="0">
                    <a:solidFill>
                      <a:srgbClr val="002060"/>
                    </a:solidFill>
                  </a:rPr>
                  <a:t>the joint probability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of each word </a:t>
                </a:r>
                <a:r>
                  <a:rPr lang="en-US" sz="2400" b="1" dirty="0">
                    <a:solidFill>
                      <a:srgbClr val="002060"/>
                    </a:solidFill>
                  </a:rPr>
                  <a:t>in a sequence </a:t>
                </a:r>
                <a:r>
                  <a:rPr lang="en-US" sz="2400" dirty="0"/>
                  <a:t>having a particular value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𝑃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𝑋</m:t>
                    </m:r>
                    <m:r>
                      <a:rPr lang="en-IN" sz="2400" b="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𝑤</m:t>
                    </m:r>
                    <m:r>
                      <a:rPr lang="en-US" sz="2400" i="1" baseline="-25000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1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,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𝑌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𝑤</m:t>
                    </m:r>
                    <m:r>
                      <a:rPr lang="en-US" sz="2400" i="1" baseline="-25000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2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,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𝑍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=</m:t>
                    </m:r>
                    <m:r>
                      <a:rPr lang="pl-PL" sz="2400" i="1" dirty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𝑤</m:t>
                    </m:r>
                    <m:r>
                      <a:rPr lang="pl-PL" sz="2400" i="1" baseline="-25000" dirty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3</m:t>
                    </m:r>
                    <m:r>
                      <a:rPr lang="en-US" sz="2400" i="1" baseline="-25000" dirty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,</m:t>
                    </m:r>
                    <m:r>
                      <a:rPr lang="pl-PL" sz="2400" i="1" dirty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….,</m:t>
                    </m:r>
                    <m:r>
                      <a:rPr lang="pl-PL" sz="240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𝑊</m:t>
                    </m:r>
                    <m:r>
                      <a:rPr lang="en-IN" sz="2400" b="0" i="1" dirty="0" smtClean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=</m:t>
                    </m:r>
                    <m:r>
                      <a:rPr lang="pl-PL" sz="2400" i="1" dirty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𝑤</m:t>
                    </m:r>
                    <m:r>
                      <a:rPr lang="pl-PL" sz="2400" i="1" baseline="-25000" dirty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𝑛</m:t>
                    </m:r>
                    <m:r>
                      <a:rPr lang="pl-PL" sz="2400" i="1" dirty="0">
                        <a:solidFill>
                          <a:srgbClr val="FF0000"/>
                        </a:solidFill>
                        <a:latin typeface="Cambria Math"/>
                        <a:cs typeface="Consolas" pitchFamily="49" charset="0"/>
                      </a:rPr>
                      <m:t>)</m:t>
                    </m:r>
                  </m:oMath>
                </a14:m>
                <a:r>
                  <a:rPr lang="pl-PL" sz="2400" dirty="0">
                    <a:solidFill>
                      <a:srgbClr val="FF0000"/>
                    </a:solidFill>
                  </a:rPr>
                  <a:t> </a:t>
                </a:r>
                <a:r>
                  <a:rPr lang="en-IN" sz="2400" dirty="0"/>
                  <a:t>,</a:t>
                </a:r>
                <a:r>
                  <a:rPr lang="pl-PL" sz="2400" dirty="0"/>
                  <a:t>we’ll use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𝑃</m:t>
                    </m:r>
                    <m:r>
                      <a:rPr lang="pl-PL" sz="2400" b="0" i="1" dirty="0" smtClean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(</m:t>
                    </m:r>
                    <m:r>
                      <a:rPr lang="pl-PL" sz="2400" b="0" i="1" dirty="0" smtClean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𝑤</m:t>
                    </m:r>
                    <m:r>
                      <a:rPr lang="pl-PL" sz="2400" b="0" i="1" baseline="-25000" dirty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1</m:t>
                    </m:r>
                    <m:r>
                      <a:rPr lang="en-US" sz="2400" b="0" i="1" dirty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,</m:t>
                    </m:r>
                    <m:r>
                      <a:rPr lang="pl-PL" sz="2400" b="0" i="1" dirty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𝑤</m:t>
                    </m:r>
                    <m:r>
                      <a:rPr lang="pl-PL" sz="2400" b="0" i="1" baseline="-25000" dirty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2</m:t>
                    </m:r>
                    <m:r>
                      <a:rPr lang="en-US" sz="2400" b="0" i="1" dirty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,…,</m:t>
                    </m:r>
                    <m:r>
                      <a:rPr lang="pl-PL" sz="2400" b="0" i="1" dirty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𝑤</m:t>
                    </m:r>
                    <m:r>
                      <a:rPr lang="pl-PL" sz="2400" b="0" i="1" baseline="-25000" dirty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𝑛</m:t>
                    </m:r>
                    <m:r>
                      <a:rPr lang="pl-PL" sz="2400" b="0" i="1" dirty="0">
                        <a:solidFill>
                          <a:srgbClr val="B006A6"/>
                        </a:solidFill>
                        <a:latin typeface="Cambria Math"/>
                        <a:cs typeface="Consolas" pitchFamily="49" charset="0"/>
                      </a:rPr>
                      <m:t>).</m:t>
                    </m:r>
                  </m:oMath>
                </a14:m>
                <a:endParaRPr lang="en-US" sz="2400" dirty="0">
                  <a:latin typeface="Consolas" pitchFamily="49" charset="0"/>
                  <a:cs typeface="Consolas" pitchFamily="49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400" b="1" dirty="0"/>
                  <a:t>Applying the chain rule to words, we get</a:t>
                </a:r>
                <a:endParaRPr lang="en-IN" sz="2400" b="1" i="1" dirty="0">
                  <a:latin typeface="Cambria Math"/>
                </a:endParaRPr>
              </a:p>
              <a:p>
                <a:pPr marL="11430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7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IN" sz="27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7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sz="27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700" b="0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2700" b="0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IN" sz="27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r>
                        <a:rPr lang="en-IN" sz="27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IN" sz="27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7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7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IN" sz="27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7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7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7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IN" sz="27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7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p>
                            <m:sSupPr>
                              <m:ctrlPr>
                                <a:rPr lang="en-IN" sz="27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sz="27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700" b="0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2700" b="0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IN" sz="27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…..</m:t>
                      </m:r>
                      <m:r>
                        <a:rPr lang="en-IN" sz="27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IN" sz="27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7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7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IN" sz="27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700" b="0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IN" sz="2700" b="0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IN" sz="2700" b="0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7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IN" sz="27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7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IN" sz="27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IN" sz="27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IN" sz="27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IN" sz="27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7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sz="27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sz="27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IN" sz="27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700" b="0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IN" sz="2700" b="0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IN" sz="2700" b="0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IN" sz="27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7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700" dirty="0">
                  <a:solidFill>
                    <a:srgbClr val="002060"/>
                  </a:solidFill>
                  <a:latin typeface="Calibri" charset="0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xmlns="" id="{36A841C6-D392-4897-88AF-9D9B12260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47" y="1182378"/>
                <a:ext cx="9346550" cy="5543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D730DED0-B433-CA5A-D380-AA4F0A16787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9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12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DEFINING Probabilistic Language Modelling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27F5D5C8-B310-4087-B039-A4A4D8A9EC11}"/>
              </a:ext>
            </a:extLst>
          </p:cNvPr>
          <p:cNvSpPr txBox="1">
            <a:spLocks noChangeArrowheads="1"/>
          </p:cNvSpPr>
          <p:nvPr/>
        </p:nvSpPr>
        <p:spPr>
          <a:xfrm>
            <a:off x="239317" y="1423985"/>
            <a:ext cx="10224032" cy="4445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Calibri" charset="0"/>
              </a:rPr>
              <a:t>Compute the probability of a sentence or sequence of words: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2060"/>
                </a:solidFill>
                <a:latin typeface="Calibri" charset="0"/>
              </a:rPr>
              <a:t>     	P(W) = P(w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1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2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3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4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5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…</a:t>
            </a:r>
            <a:r>
              <a:rPr lang="en-US" dirty="0" err="1">
                <a:solidFill>
                  <a:srgbClr val="002060"/>
                </a:solidFill>
                <a:latin typeface="Calibri" charset="0"/>
              </a:rPr>
              <a:t>w</a:t>
            </a:r>
            <a:r>
              <a:rPr lang="en-US" baseline="-25000" dirty="0" err="1">
                <a:solidFill>
                  <a:srgbClr val="002060"/>
                </a:solidFill>
                <a:latin typeface="Calibri" charset="0"/>
              </a:rPr>
              <a:t>n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)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002060"/>
              </a:solidFill>
              <a:latin typeface="Calibri" charset="0"/>
            </a:endParaRPr>
          </a:p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Calibri" charset="0"/>
              </a:rPr>
              <a:t>Related task: Say if I have four words (</a:t>
            </a:r>
            <a:r>
              <a:rPr lang="en-US" sz="2400" dirty="0">
                <a:solidFill>
                  <a:srgbClr val="002060"/>
                </a:solidFill>
                <a:latin typeface="Calibri" charset="0"/>
              </a:rPr>
              <a:t>w</a:t>
            </a:r>
            <a:r>
              <a:rPr lang="en-US" sz="2400" baseline="-25000" dirty="0">
                <a:solidFill>
                  <a:srgbClr val="002060"/>
                </a:solidFill>
                <a:latin typeface="Calibri" charset="0"/>
              </a:rPr>
              <a:t>1</a:t>
            </a:r>
            <a:r>
              <a:rPr lang="en-US" sz="2400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sz="2400" baseline="-25000" dirty="0">
                <a:solidFill>
                  <a:srgbClr val="002060"/>
                </a:solidFill>
                <a:latin typeface="Calibri" charset="0"/>
              </a:rPr>
              <a:t>2</a:t>
            </a:r>
            <a:r>
              <a:rPr lang="en-US" sz="2400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sz="2400" baseline="-25000" dirty="0">
                <a:solidFill>
                  <a:srgbClr val="002060"/>
                </a:solidFill>
                <a:latin typeface="Calibri" charset="0"/>
              </a:rPr>
              <a:t>3</a:t>
            </a:r>
            <a:r>
              <a:rPr lang="en-US" sz="2400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sz="2400" baseline="-25000" dirty="0">
                <a:solidFill>
                  <a:srgbClr val="002060"/>
                </a:solidFill>
                <a:latin typeface="Calibri" charset="0"/>
              </a:rPr>
              <a:t>4</a:t>
            </a:r>
            <a:r>
              <a:rPr lang="en-US" sz="2400" dirty="0">
                <a:latin typeface="Calibri" charset="0"/>
              </a:rPr>
              <a:t>) then probability of an upcoming word </a:t>
            </a:r>
            <a:r>
              <a:rPr lang="en-US" sz="2400" dirty="0">
                <a:solidFill>
                  <a:srgbClr val="002060"/>
                </a:solidFill>
                <a:latin typeface="Calibri" charset="0"/>
              </a:rPr>
              <a:t>w</a:t>
            </a:r>
            <a:r>
              <a:rPr lang="en-US" sz="2400" baseline="-25000" dirty="0">
                <a:solidFill>
                  <a:srgbClr val="002060"/>
                </a:solidFill>
                <a:latin typeface="Calibri" charset="0"/>
              </a:rPr>
              <a:t>5 </a:t>
            </a:r>
            <a:r>
              <a:rPr lang="en-US" sz="2400" dirty="0">
                <a:latin typeface="Calibri" charset="0"/>
              </a:rPr>
              <a:t>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Calibri" charset="0"/>
              </a:rPr>
              <a:t>          	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P(w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5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|w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1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2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3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4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)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FFC000"/>
              </a:solidFill>
              <a:latin typeface="Calibri" charset="0"/>
            </a:endParaRPr>
          </a:p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Calibri" charset="0"/>
              </a:rPr>
              <a:t>Definition : </a:t>
            </a:r>
            <a:r>
              <a:rPr lang="en-US" sz="2400" dirty="0">
                <a:solidFill>
                  <a:srgbClr val="C00000"/>
                </a:solidFill>
                <a:latin typeface="Calibri" charset="0"/>
              </a:rPr>
              <a:t>A model </a:t>
            </a:r>
            <a:r>
              <a:rPr lang="en-US" sz="2400" dirty="0">
                <a:latin typeface="Calibri" charset="0"/>
              </a:rPr>
              <a:t>that computes either of these: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B0F0"/>
                </a:solidFill>
                <a:latin typeface="Calibri" charset="0"/>
              </a:rPr>
              <a:t>               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P(W)   </a:t>
            </a:r>
            <a:r>
              <a:rPr lang="en-US" b="1" dirty="0">
                <a:solidFill>
                  <a:srgbClr val="002060"/>
                </a:solidFill>
                <a:latin typeface="Calibri" charset="0"/>
              </a:rPr>
              <a:t>OR 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 P(w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n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|w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1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,w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2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…w</a:t>
            </a:r>
            <a:r>
              <a:rPr lang="en-US" baseline="-25000" dirty="0">
                <a:solidFill>
                  <a:srgbClr val="002060"/>
                </a:solidFill>
                <a:latin typeface="Calibri" charset="0"/>
              </a:rPr>
              <a:t>n-1</a:t>
            </a:r>
            <a:r>
              <a:rPr lang="en-US" dirty="0">
                <a:solidFill>
                  <a:srgbClr val="002060"/>
                </a:solidFill>
                <a:latin typeface="Calibri" charset="0"/>
              </a:rPr>
              <a:t>)   is called </a:t>
            </a:r>
            <a:r>
              <a:rPr lang="en-US" dirty="0">
                <a:solidFill>
                  <a:srgbClr val="C00000"/>
                </a:solidFill>
                <a:latin typeface="Calibri" charset="0"/>
              </a:rPr>
              <a:t>a </a:t>
            </a:r>
            <a:r>
              <a:rPr lang="en-US" b="1" dirty="0">
                <a:solidFill>
                  <a:srgbClr val="C00000"/>
                </a:solidFill>
                <a:latin typeface="Calibri" charset="0"/>
              </a:rPr>
              <a:t>language model</a:t>
            </a:r>
            <a:r>
              <a:rPr lang="en-US" b="1" dirty="0">
                <a:solidFill>
                  <a:srgbClr val="00B0F0"/>
                </a:solidFill>
                <a:latin typeface="Calibri" charset="0"/>
              </a:rPr>
              <a:t>.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42BB686B-7AA3-38B8-8A1B-32BAA6C1C14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42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0976-A20C-E947-B4D7-7C260EBE6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1199F81-6E9A-3AFB-5A20-504DF6F875F5}"/>
              </a:ext>
            </a:extLst>
          </p:cNvPr>
          <p:cNvSpPr/>
          <p:nvPr/>
        </p:nvSpPr>
        <p:spPr>
          <a:xfrm>
            <a:off x="697028" y="691688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What are N-grams?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F174A1-D805-C0C7-B85D-785A7C592F4B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7346" name="Ink 2">
                <a:extLst>
                  <a:ext uri="{FF2B5EF4-FFF2-40B4-BE49-F238E27FC236}">
                    <a16:creationId xmlns:a16="http://schemas.microsoft.com/office/drawing/2014/main" id="{33D003B9-50B7-526D-E4C7-B8271FDFA6C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73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7347" name="Ink 3">
                <a:extLst>
                  <a:ext uri="{FF2B5EF4-FFF2-40B4-BE49-F238E27FC236}">
                    <a16:creationId xmlns:a16="http://schemas.microsoft.com/office/drawing/2014/main" id="{81FAA512-D125-D566-7578-D34D21B0034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734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7348" name="Ink 4">
                <a:extLst>
                  <a:ext uri="{FF2B5EF4-FFF2-40B4-BE49-F238E27FC236}">
                    <a16:creationId xmlns:a16="http://schemas.microsoft.com/office/drawing/2014/main" id="{C11851B0-ABB1-A911-D2F1-FDD2A20AADE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73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7349" name="Ink 5">
                <a:extLst>
                  <a:ext uri="{FF2B5EF4-FFF2-40B4-BE49-F238E27FC236}">
                    <a16:creationId xmlns:a16="http://schemas.microsoft.com/office/drawing/2014/main" id="{2624EFF3-3D76-47C3-F61E-6D91675FB18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734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D29478F8-564F-24F3-E562-AA999D4D7891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487CB4-AD1F-99E4-C14B-C0274FF411B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69F9438-3439-E82F-17F1-DB6A482D8ACC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1657350"/>
            <a:ext cx="9090660" cy="395035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/>
              <a:t>What are N-grams (unigram, bigram, trigrams)?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/>
              <a:t>	</a:t>
            </a:r>
            <a:r>
              <a:rPr lang="en-US" sz="3200" b="1" dirty="0">
                <a:solidFill>
                  <a:srgbClr val="FF0000"/>
                </a:solidFill>
              </a:rPr>
              <a:t>An N-gram is a sequence of N tokens (or words).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b="1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324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9AAD-70A1-7E33-275D-EED7F6B3C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C434C90-54BE-B77A-16D9-EE73DEEB321A}"/>
              </a:ext>
            </a:extLst>
          </p:cNvPr>
          <p:cNvSpPr/>
          <p:nvPr/>
        </p:nvSpPr>
        <p:spPr>
          <a:xfrm>
            <a:off x="697028" y="691688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What are N-grams?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266972-DA17-0B31-919A-A9EB81AC6E9B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7346" name="Ink 2">
                <a:extLst>
                  <a:ext uri="{FF2B5EF4-FFF2-40B4-BE49-F238E27FC236}">
                    <a16:creationId xmlns:a16="http://schemas.microsoft.com/office/drawing/2014/main" id="{45BEA2A1-D883-BC80-23FE-0A0E04A8241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73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7347" name="Ink 3">
                <a:extLst>
                  <a:ext uri="{FF2B5EF4-FFF2-40B4-BE49-F238E27FC236}">
                    <a16:creationId xmlns:a16="http://schemas.microsoft.com/office/drawing/2014/main" id="{9019885B-A54D-C4FF-A46E-82C07941939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734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7348" name="Ink 4">
                <a:extLst>
                  <a:ext uri="{FF2B5EF4-FFF2-40B4-BE49-F238E27FC236}">
                    <a16:creationId xmlns:a16="http://schemas.microsoft.com/office/drawing/2014/main" id="{87A6DDA7-643F-EFE3-FD65-D50ED471ADE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73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7349" name="Ink 5">
                <a:extLst>
                  <a:ext uri="{FF2B5EF4-FFF2-40B4-BE49-F238E27FC236}">
                    <a16:creationId xmlns:a16="http://schemas.microsoft.com/office/drawing/2014/main" id="{AC44A241-3572-5044-BFF8-2601EA9F239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734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FE17BF1A-04A0-4046-2B8E-08B634DA0831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592C6D-80C4-D7BD-D9C7-66CF2E5CDB7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0330784-47EA-6691-B4D5-C9A72E221846}"/>
              </a:ext>
            </a:extLst>
          </p:cNvPr>
          <p:cNvSpPr txBox="1">
            <a:spLocks noChangeArrowheads="1"/>
          </p:cNvSpPr>
          <p:nvPr/>
        </p:nvSpPr>
        <p:spPr>
          <a:xfrm>
            <a:off x="277417" y="1177535"/>
            <a:ext cx="10133680" cy="55435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600" dirty="0"/>
              <a:t>Example:  Consider the following sentence: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600" dirty="0"/>
              <a:t>			</a:t>
            </a:r>
            <a:r>
              <a:rPr lang="en-US" sz="2600" dirty="0">
                <a:solidFill>
                  <a:srgbClr val="B006A6"/>
                </a:solidFill>
                <a:cs typeface="Consolas" pitchFamily="49" charset="0"/>
              </a:rPr>
              <a:t>“I love working with students on different research ideas.”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600" dirty="0"/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600" dirty="0"/>
              <a:t>A 1-gram (or unigram) is a one-word sequence. For the above sentence, the unigrams would simply be:                                                                                        </a:t>
            </a:r>
            <a:r>
              <a:rPr lang="en-US" sz="2600" dirty="0">
                <a:solidFill>
                  <a:srgbClr val="C00000"/>
                </a:solidFill>
                <a:cs typeface="Consolas" pitchFamily="49" charset="0"/>
              </a:rPr>
              <a:t>“I”,  “love”, “working”, “with”,  “students”, “on”, “different”, “ project”, “ideas”.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endParaRPr lang="en-US" sz="2600" dirty="0"/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600" dirty="0"/>
              <a:t> A 2-gram (or bigram) is a two-word sequence of words, like                                                    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cs typeface="Consolas" pitchFamily="49" charset="0"/>
              </a:rPr>
              <a:t>“I love”, “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love working</a:t>
            </a:r>
            <a:r>
              <a:rPr lang="en-US" sz="2600" dirty="0">
                <a:solidFill>
                  <a:srgbClr val="B006A6"/>
                </a:solidFill>
                <a:cs typeface="Consolas" pitchFamily="49" charset="0"/>
              </a:rPr>
              <a:t>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cs typeface="Consolas" pitchFamily="49" charset="0"/>
              </a:rPr>
              <a:t>”, “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working with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cs typeface="Consolas" pitchFamily="49" charset="0"/>
              </a:rPr>
              <a:t>” …. 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600" dirty="0"/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600" dirty="0"/>
              <a:t>A 3-gram (or trigram) is a three-word sequence of words like                                          </a:t>
            </a:r>
            <a:r>
              <a:rPr lang="en-US" sz="2600" dirty="0">
                <a:solidFill>
                  <a:srgbClr val="00B050"/>
                </a:solidFill>
                <a:cs typeface="Consolas" pitchFamily="49" charset="0"/>
              </a:rPr>
              <a:t>“</a:t>
            </a:r>
            <a:r>
              <a:rPr lang="en-US" sz="2600" dirty="0">
                <a:solidFill>
                  <a:srgbClr val="B006A6"/>
                </a:solidFill>
                <a:cs typeface="Consolas" pitchFamily="49" charset="0"/>
              </a:rPr>
              <a:t>I love working </a:t>
            </a:r>
            <a:r>
              <a:rPr lang="en-US" sz="2600" dirty="0">
                <a:solidFill>
                  <a:srgbClr val="00B050"/>
                </a:solidFill>
                <a:cs typeface="Consolas" pitchFamily="49" charset="0"/>
              </a:rPr>
              <a:t>”, “</a:t>
            </a:r>
            <a:r>
              <a:rPr lang="en-US" sz="2600" dirty="0">
                <a:solidFill>
                  <a:srgbClr val="B006A6"/>
                </a:solidFill>
                <a:cs typeface="Consolas" pitchFamily="49" charset="0"/>
              </a:rPr>
              <a:t>love working with </a:t>
            </a:r>
            <a:r>
              <a:rPr lang="en-US" sz="2600" dirty="0">
                <a:solidFill>
                  <a:srgbClr val="00B050"/>
                </a:solidFill>
                <a:cs typeface="Consolas" pitchFamily="49" charset="0"/>
              </a:rPr>
              <a:t>”, ……..</a:t>
            </a:r>
            <a:endParaRPr lang="en-US" b="1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03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607D2-3DA6-04F4-D3D5-2CF54B37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E2E1D63-A35F-91CF-2E0E-75923E8C4EA8}"/>
              </a:ext>
            </a:extLst>
          </p:cNvPr>
          <p:cNvSpPr/>
          <p:nvPr/>
        </p:nvSpPr>
        <p:spPr>
          <a:xfrm>
            <a:off x="697028" y="691688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Bi-gram Model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9AAD7-8B16-A18B-77D2-C9E65CCA2A88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7346" name="Ink 2">
                <a:extLst>
                  <a:ext uri="{FF2B5EF4-FFF2-40B4-BE49-F238E27FC236}">
                    <a16:creationId xmlns:a16="http://schemas.microsoft.com/office/drawing/2014/main" id="{0CE69965-080A-3823-2C4D-D700749AFD0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73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7347" name="Ink 3">
                <a:extLst>
                  <a:ext uri="{FF2B5EF4-FFF2-40B4-BE49-F238E27FC236}">
                    <a16:creationId xmlns:a16="http://schemas.microsoft.com/office/drawing/2014/main" id="{DE198C93-F9FD-A0C1-61BA-C7CE1C60005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734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7348" name="Ink 4">
                <a:extLst>
                  <a:ext uri="{FF2B5EF4-FFF2-40B4-BE49-F238E27FC236}">
                    <a16:creationId xmlns:a16="http://schemas.microsoft.com/office/drawing/2014/main" id="{9030DC4C-5CB5-FA5D-1AC9-137067417EE5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73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7349" name="Ink 5">
                <a:extLst>
                  <a:ext uri="{FF2B5EF4-FFF2-40B4-BE49-F238E27FC236}">
                    <a16:creationId xmlns:a16="http://schemas.microsoft.com/office/drawing/2014/main" id="{2FF34222-AB22-31D2-227C-7F87EDA62EC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734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34F7A24F-C05B-844A-BB42-F459A943B48B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1FF2AF-ECB9-7B76-3EA4-F7931BC936D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03F97E68-90A4-6BBA-EA53-93DC1950E10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85928" y="1331220"/>
                <a:ext cx="9180141" cy="5581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/>
              </a:bodyPr>
              <a:lstStyle>
                <a:lvl1pPr marL="457200" lvl="0" indent="-342900" algn="l" defTabSz="914400" rtl="0" eaLnBrk="1" latinLnBrk="0" hangingPunct="1">
                  <a:lnSpc>
                    <a:spcPct val="90000"/>
                  </a:lnSpc>
                  <a:spcBef>
                    <a:spcPts val="82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lvl="1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lvl="2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lvl="3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lvl="4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lvl="5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lvl="6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lvl="7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lvl="8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The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bigram model</a:t>
                </a:r>
                <a:r>
                  <a:rPr lang="en-US" sz="2400" dirty="0"/>
                  <a:t>, for example, approximates 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probability of a word</a:t>
                </a:r>
                <a:r>
                  <a:rPr lang="en-US" sz="2400" dirty="0"/>
                  <a:t> by using only the conditional probability </a:t>
                </a:r>
                <a:r>
                  <a:rPr lang="en-US" sz="2400" dirty="0">
                    <a:solidFill>
                      <a:srgbClr val="7030A0"/>
                    </a:solidFill>
                  </a:rPr>
                  <a:t>of the preceding word </a:t>
                </a:r>
                <a:r>
                  <a:rPr lang="en-US" sz="2400" dirty="0" err="1">
                    <a:solidFill>
                      <a:srgbClr val="7030A0"/>
                    </a:solidFill>
                  </a:rPr>
                  <a:t>i.e</a:t>
                </a:r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𝑃</m:t>
                    </m:r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𝑤𝑛</m:t>
                    </m:r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/>
                      </a:rPr>
                      <m:t>|</m:t>
                    </m:r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𝑤𝑛</m:t>
                    </m:r>
                    <m:r>
                      <a:rPr lang="en-US" sz="2400" i="1" baseline="-25000" dirty="0" smtClean="0">
                        <a:solidFill>
                          <a:srgbClr val="00B050"/>
                        </a:solidFill>
                        <a:latin typeface="Cambria Math"/>
                      </a:rPr>
                      <m:t>−1)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. </a:t>
                </a:r>
                <a:endParaRPr lang="en-US" sz="2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In other words, instead of computing the probability</a:t>
                </a:r>
              </a:p>
              <a:p>
                <a:pPr marL="114300" indent="0">
                  <a:lnSpc>
                    <a:spcPct val="100000"/>
                  </a:lnSpc>
                  <a:buNone/>
                </a:pPr>
                <a:r>
                  <a:rPr lang="en-US" sz="2400" dirty="0"/>
                  <a:t>                          </a:t>
                </a:r>
                <a:r>
                  <a:rPr lang="en-US" sz="2400" dirty="0">
                    <a:solidFill>
                      <a:srgbClr val="C00000"/>
                    </a:solidFill>
                  </a:rPr>
                  <a:t>P(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the|Walden</a:t>
                </a:r>
                <a:r>
                  <a:rPr lang="en-US" sz="2400" dirty="0">
                    <a:solidFill>
                      <a:srgbClr val="C00000"/>
                    </a:solidFill>
                  </a:rPr>
                  <a:t> Pond’s water is so transparent that) 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It will be approximated as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                          </a:t>
                </a:r>
                <a:r>
                  <a:rPr lang="en-US" dirty="0">
                    <a:solidFill>
                      <a:srgbClr val="00B050"/>
                    </a:solidFill>
                  </a:rPr>
                  <a:t>P(</a:t>
                </a:r>
                <a:r>
                  <a:rPr lang="en-US" dirty="0" err="1">
                    <a:solidFill>
                      <a:srgbClr val="00B050"/>
                    </a:solidFill>
                  </a:rPr>
                  <a:t>the|that</a:t>
                </a:r>
                <a:r>
                  <a:rPr lang="en-US" dirty="0">
                    <a:solidFill>
                      <a:srgbClr val="00B050"/>
                    </a:solidFill>
                  </a:rPr>
                  <a:t>) 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When we use a bigram model to predict the conditional probability of the next word, we are thus making the following approximation:</a:t>
                </a:r>
              </a:p>
              <a:p>
                <a:pPr lvl="1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                                    </a:t>
                </a:r>
                <a:r>
                  <a:rPr lang="en-US" b="1" dirty="0">
                    <a:solidFill>
                      <a:srgbClr val="660066"/>
                    </a:solidFill>
                  </a:rPr>
                  <a:t>P(w</a:t>
                </a:r>
                <a:r>
                  <a:rPr lang="en-US" b="1" baseline="-25000" dirty="0">
                    <a:solidFill>
                      <a:srgbClr val="660066"/>
                    </a:solidFill>
                  </a:rPr>
                  <a:t>n</a:t>
                </a:r>
                <a:r>
                  <a:rPr lang="en-US" b="1" dirty="0">
                    <a:solidFill>
                      <a:srgbClr val="660066"/>
                    </a:solidFill>
                  </a:rPr>
                  <a:t>|w</a:t>
                </a:r>
                <a:r>
                  <a:rPr lang="en-US" b="1" baseline="-25000" dirty="0">
                    <a:solidFill>
                      <a:srgbClr val="660066"/>
                    </a:solidFill>
                  </a:rPr>
                  <a:t>1</a:t>
                </a:r>
                <a:r>
                  <a:rPr lang="en-US" b="1" baseline="30000" dirty="0">
                    <a:solidFill>
                      <a:srgbClr val="660066"/>
                    </a:solidFill>
                  </a:rPr>
                  <a:t>n-1</a:t>
                </a:r>
                <a:r>
                  <a:rPr lang="en-US" b="1" dirty="0">
                    <a:solidFill>
                      <a:srgbClr val="660066"/>
                    </a:solidFill>
                  </a:rPr>
                  <a:t>)   ≈  P(w</a:t>
                </a:r>
                <a:r>
                  <a:rPr lang="en-US" b="1" baseline="-25000" dirty="0">
                    <a:solidFill>
                      <a:srgbClr val="660066"/>
                    </a:solidFill>
                  </a:rPr>
                  <a:t>n</a:t>
                </a:r>
                <a:r>
                  <a:rPr lang="en-US" b="1" dirty="0">
                    <a:solidFill>
                      <a:srgbClr val="660066"/>
                    </a:solidFill>
                  </a:rPr>
                  <a:t>|w</a:t>
                </a:r>
                <a:r>
                  <a:rPr lang="en-US" b="1" baseline="-25000" dirty="0">
                    <a:solidFill>
                      <a:srgbClr val="660066"/>
                    </a:solidFill>
                  </a:rPr>
                  <a:t>n-1</a:t>
                </a:r>
                <a:r>
                  <a:rPr lang="en-US" b="1" dirty="0">
                    <a:solidFill>
                      <a:srgbClr val="660066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03F97E68-90A4-6BBA-EA53-93DC1950E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28" y="1331220"/>
                <a:ext cx="9180141" cy="5581650"/>
              </a:xfrm>
              <a:prstGeom prst="rect">
                <a:avLst/>
              </a:prstGeom>
              <a:blipFill>
                <a:blip r:embed="rId16"/>
                <a:stretch>
                  <a:fillRect r="-10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C9D715-C13A-BBBD-856D-D73C6A1AFDE3}"/>
                  </a:ext>
                </a:extLst>
              </p14:cNvPr>
              <p14:cNvContentPartPr/>
              <p14:nvPr/>
            </p14:nvContentPartPr>
            <p14:xfrm>
              <a:off x="2817360" y="5189760"/>
              <a:ext cx="4168440" cy="760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C9D715-C13A-BBBD-856D-D73C6A1AFDE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808000" y="5180400"/>
                <a:ext cx="4187160" cy="77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9457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16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Bigram - maximum likelihood estimate (MLE)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5989F160-EFE3-42EF-A92F-1E37799FC7B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399" y="1314450"/>
                <a:ext cx="9596063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Autofit/>
              </a:bodyPr>
              <a:lstStyle>
                <a:lvl1pPr marL="457200" lvl="0" indent="-342900" algn="l" defTabSz="914400" rtl="0" eaLnBrk="1" latinLnBrk="0" hangingPunct="1">
                  <a:lnSpc>
                    <a:spcPct val="90000"/>
                  </a:lnSpc>
                  <a:spcBef>
                    <a:spcPts val="82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lvl="1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lvl="2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lvl="3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lvl="4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lvl="5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lvl="6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lvl="7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lvl="8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sz="2400" dirty="0">
                    <a:solidFill>
                      <a:srgbClr val="FFC000"/>
                    </a:solidFill>
                  </a:rPr>
                  <a:t>How do we estimate these bigram or n-gram probabilities?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2400" dirty="0"/>
                  <a:t>An intuitive way to estimate probabilities is called </a:t>
                </a:r>
                <a:r>
                  <a:rPr lang="en-US" sz="2400" b="1" u="sng" dirty="0">
                    <a:solidFill>
                      <a:srgbClr val="C00000"/>
                    </a:solidFill>
                  </a:rPr>
                  <a:t>maximum likelihood estimation (MLE</a:t>
                </a:r>
                <a:r>
                  <a:rPr lang="en-US" sz="2400" b="1" u="sng" dirty="0"/>
                  <a:t>)</a:t>
                </a:r>
                <a:r>
                  <a:rPr lang="en-US" sz="2400" dirty="0"/>
                  <a:t>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2400" dirty="0"/>
                  <a:t>For example, to compute a particular </a:t>
                </a:r>
                <a:r>
                  <a:rPr lang="en-US" sz="2400" dirty="0">
                    <a:highlight>
                      <a:srgbClr val="FFFF00"/>
                    </a:highlight>
                  </a:rPr>
                  <a:t>bigram probability of a word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400" dirty="0"/>
                  <a:t> given a previous word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 we’ll </a:t>
                </a:r>
                <a:r>
                  <a:rPr lang="en-US" sz="2400" dirty="0">
                    <a:solidFill>
                      <a:srgbClr val="C00000"/>
                    </a:solidFill>
                  </a:rPr>
                  <a:t>compute the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count of the bigram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𝑪</m:t>
                    </m:r>
                    <m:r>
                      <a:rPr lang="en-US" sz="24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err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𝒙𝒚</m:t>
                    </m:r>
                    <m:r>
                      <a:rPr lang="en-US" sz="2400" b="1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and</a:t>
                </a:r>
                <a:r>
                  <a:rPr lang="en-US" sz="2400" dirty="0">
                    <a:solidFill>
                      <a:srgbClr val="C00000"/>
                    </a:solidFill>
                  </a:rPr>
                  <a:t> normalize by the </a:t>
                </a:r>
                <a:r>
                  <a:rPr lang="en-US" sz="2400" dirty="0">
                    <a:solidFill>
                      <a:srgbClr val="C00000"/>
                    </a:solidFill>
                    <a:highlight>
                      <a:srgbClr val="FFFF00"/>
                    </a:highlight>
                  </a:rPr>
                  <a:t>sum of all the bigrams </a:t>
                </a:r>
                <a:r>
                  <a:rPr lang="en-US" sz="2400" dirty="0">
                    <a:solidFill>
                      <a:srgbClr val="C00000"/>
                    </a:solidFill>
                  </a:rPr>
                  <a:t>that share the same first word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:</a:t>
                </a:r>
              </a:p>
              <a:p>
                <a:endParaRPr lang="en-US" dirty="0">
                  <a:latin typeface="Calibri" charset="0"/>
                </a:endParaRPr>
              </a:p>
              <a:p>
                <a:endParaRPr lang="en-US" dirty="0">
                  <a:latin typeface="Calibri" charset="0"/>
                </a:endParaRPr>
              </a:p>
              <a:p>
                <a:endParaRPr lang="en-US" sz="2400" dirty="0">
                  <a:latin typeface="Calibri" charset="0"/>
                </a:endParaRPr>
              </a:p>
              <a:p>
                <a:r>
                  <a:rPr lang="en-US" sz="2400" dirty="0">
                    <a:latin typeface="Calibri" charset="0"/>
                  </a:rPr>
                  <a:t>This is the MLE for Bi-gram probabilities.</a:t>
                </a:r>
              </a:p>
              <a:p>
                <a:endParaRPr lang="en-US" dirty="0">
                  <a:latin typeface="Calibri" charset="0"/>
                </a:endParaRPr>
              </a:p>
            </p:txBody>
          </p:sp>
        </mc:Choice>
        <mc:Fallback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5989F160-EFE3-42EF-A92F-1E37799FC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314450"/>
                <a:ext cx="9596063" cy="5543550"/>
              </a:xfrm>
              <a:prstGeom prst="rect">
                <a:avLst/>
              </a:prstGeom>
              <a:blipFill>
                <a:blip r:embed="rId3"/>
                <a:stretch>
                  <a:fillRect r="-9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407823" y="4436541"/>
                <a:ext cx="4472821" cy="861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sub>
                            <m:sup/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IN" sz="2400" b="0" i="1" smtClean="0">
                                      <a:latin typeface="Cambria Math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823" y="4436541"/>
                <a:ext cx="4472821" cy="86132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5">
            <a:extLst>
              <a:ext uri="{FF2B5EF4-FFF2-40B4-BE49-F238E27FC236}">
                <a16:creationId xmlns:a16="http://schemas.microsoft.com/office/drawing/2014/main" id="{D3A31DF5-A98A-0968-0E17-38A1596FB12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26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17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Bigram - Maximum Likelihood Estimate (MLE)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DB7E23F5-8902-4244-9913-27B2A461E699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314450"/>
            <a:ext cx="8203474" cy="55435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How do we estimate these bigram or n-gram probabilities? </a:t>
            </a:r>
          </a:p>
          <a:p>
            <a:endParaRPr lang="en-US" dirty="0">
              <a:latin typeface="Calibri" charset="0"/>
            </a:endParaRPr>
          </a:p>
          <a:p>
            <a:endParaRPr lang="en-US" dirty="0">
              <a:latin typeface="Calibri" charset="0"/>
            </a:endParaRPr>
          </a:p>
          <a:p>
            <a:endParaRPr lang="en-US" dirty="0"/>
          </a:p>
          <a:p>
            <a:r>
              <a:rPr lang="en-US" sz="2400" dirty="0"/>
              <a:t>Simplifying, since the sum of all bigram counts that start with a given word w</a:t>
            </a:r>
            <a:r>
              <a:rPr lang="en-US" sz="2400" baseline="-25000" dirty="0"/>
              <a:t>n-1</a:t>
            </a:r>
            <a:r>
              <a:rPr lang="en-US" sz="2400" dirty="0"/>
              <a:t> must be equal to the </a:t>
            </a:r>
            <a:r>
              <a:rPr lang="en-US" sz="2400" dirty="0">
                <a:solidFill>
                  <a:srgbClr val="C00000"/>
                </a:solidFill>
              </a:rPr>
              <a:t>unigram count for that word w</a:t>
            </a:r>
            <a:r>
              <a:rPr lang="en-US" sz="2400" baseline="-25000" dirty="0">
                <a:solidFill>
                  <a:srgbClr val="C00000"/>
                </a:solidFill>
              </a:rPr>
              <a:t>n-1</a:t>
            </a:r>
            <a:endParaRPr lang="en-US" sz="2400" baseline="-25000" dirty="0">
              <a:solidFill>
                <a:srgbClr val="C00000"/>
              </a:solidFill>
              <a:latin typeface="Calibri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63118" y="2091744"/>
                <a:ext cx="4472821" cy="861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sub>
                            <m:sup/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IN" sz="2400" b="0" i="1" smtClean="0">
                                      <a:latin typeface="Cambria Math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118" y="2091744"/>
                <a:ext cx="4472821" cy="86132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407824" y="4436541"/>
                <a:ext cx="4472821" cy="861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IN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824" y="4436541"/>
                <a:ext cx="4472821" cy="86132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64F28CB5-9A0C-B7A0-EC21-D2E3FB06387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07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18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An example of bigram model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C93E81FA-3C04-4CA0-9581-288CEF6E273C}"/>
              </a:ext>
            </a:extLst>
          </p:cNvPr>
          <p:cNvSpPr txBox="1">
            <a:spLocks noChangeArrowheads="1"/>
          </p:cNvSpPr>
          <p:nvPr/>
        </p:nvSpPr>
        <p:spPr>
          <a:xfrm>
            <a:off x="3482188" y="1250295"/>
            <a:ext cx="6546850" cy="24828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Example: A mini-corpus of three sentences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charset="0"/>
              </a:rPr>
              <a:t>&lt;s&gt; I am here &lt;/s&gt;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charset="0"/>
              </a:rPr>
              <a:t>&lt;s&gt; Who am I  &lt;/s&gt;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charset="0"/>
              </a:rPr>
              <a:t>&lt;s&gt; I would like to know &lt;/s&gt;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667" dirty="0">
              <a:latin typeface="Calibri" charset="0"/>
            </a:endParaRPr>
          </a:p>
          <a:p>
            <a:endParaRPr lang="en-US" sz="2667" dirty="0">
              <a:latin typeface="Calibri" charset="0"/>
            </a:endParaRPr>
          </a:p>
          <a:p>
            <a:endParaRPr lang="en-US" sz="2667" dirty="0">
              <a:latin typeface="Calibri" charset="0"/>
            </a:endParaRPr>
          </a:p>
          <a:p>
            <a:endParaRPr lang="en-US" sz="2667" dirty="0">
              <a:latin typeface="Calibri" charset="0"/>
            </a:endParaRPr>
          </a:p>
          <a:p>
            <a:endParaRPr lang="en-US" sz="2667" dirty="0">
              <a:latin typeface="Calibri" charset="0"/>
            </a:endParaRPr>
          </a:p>
          <a:p>
            <a:endParaRPr lang="en-US" sz="2667" dirty="0">
              <a:latin typeface="Calibri" charset="0"/>
            </a:endParaRPr>
          </a:p>
          <a:p>
            <a:endParaRPr lang="en-US" sz="2667" dirty="0">
              <a:latin typeface="Calibri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9B8E90-383B-46B8-9AD3-7A2EF17FFCB7}"/>
                  </a:ext>
                </a:extLst>
              </p:cNvPr>
              <p:cNvSpPr txBox="1"/>
              <p:nvPr/>
            </p:nvSpPr>
            <p:spPr>
              <a:xfrm>
                <a:off x="564542" y="3560493"/>
                <a:ext cx="908891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Here are the calculations for some of the bigram probabilities from this corpus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 (</m:t>
                      </m:r>
                      <m:r>
                        <a:rPr lang="en-US" sz="2400" b="1" i="1" dirty="0">
                          <a:solidFill>
                            <a:srgbClr val="00B050"/>
                          </a:solidFill>
                          <a:latin typeface="Cambria Math"/>
                        </a:rPr>
                        <m:t>𝑰</m:t>
                      </m:r>
                      <m:r>
                        <a:rPr lang="en-US" sz="2400" b="1" i="1" dirty="0">
                          <a:solidFill>
                            <a:srgbClr val="00B050"/>
                          </a:solidFill>
                          <a:latin typeface="Cambria Math"/>
                        </a:rPr>
                        <m:t> | &lt;</m:t>
                      </m:r>
                      <m:r>
                        <a:rPr lang="en-US" sz="2400" b="1" i="1" dirty="0">
                          <a:solidFill>
                            <a:srgbClr val="00B05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sz="2400" b="1" i="1" dirty="0">
                          <a:solidFill>
                            <a:srgbClr val="00B050"/>
                          </a:solidFill>
                          <a:latin typeface="Cambria Math"/>
                        </a:rPr>
                        <m:t>&gt;)  = </m:t>
                      </m:r>
                      <m:r>
                        <a:rPr lang="en-US" sz="2400" b="1" i="1" dirty="0">
                          <a:solidFill>
                            <a:srgbClr val="00B05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sz="2400" b="1" i="1" dirty="0">
                          <a:solidFill>
                            <a:srgbClr val="00B05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2400" b="1" i="1" dirty="0">
                          <a:solidFill>
                            <a:srgbClr val="00B05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400" b="1" i="1" dirty="0">
                          <a:solidFill>
                            <a:srgbClr val="00B05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 (&lt;/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&gt; | 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𝒉𝒆𝒓𝒆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) = 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 (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𝒘𝒐𝒖𝒍𝒅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𝑰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) = 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 ( 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𝒉𝒆𝒓𝒆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𝒂𝒎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)  =</m:t>
                      </m:r>
                      <m:r>
                        <a:rPr lang="en-IN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𝟏</m:t>
                      </m:r>
                      <m:r>
                        <a:rPr lang="en-IN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/</m:t>
                      </m:r>
                      <m:r>
                        <a:rPr lang="en-IN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IN" sz="2400" b="1" i="1" dirty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 (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𝒌𝒏𝒐𝒘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| 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𝒍𝒊𝒌𝒆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) = 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IN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29B8E90-383B-46B8-9AD3-7A2EF17FF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42" y="3560493"/>
                <a:ext cx="9088910" cy="2677656"/>
              </a:xfrm>
              <a:prstGeom prst="rect">
                <a:avLst/>
              </a:prstGeom>
              <a:blipFill rotWithShape="1">
                <a:blip r:embed="rId4"/>
                <a:stretch>
                  <a:fillRect l="-1073" t="-1822" r="-268" b="-2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659AFDB4-87D1-4B65-8C4F-90C9F506D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37242"/>
            <a:ext cx="3734439" cy="901902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A54E29C3-59C4-2093-F85E-FAA2EBB4AFC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27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19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Bigram estimates of sentence probabilities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F3688886-B42C-4C4F-9CFD-00E05E2FEA7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28650" y="1219200"/>
                <a:ext cx="11563350" cy="502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/>
              </a:bodyPr>
              <a:lstStyle>
                <a:lvl1pPr marL="457200" lvl="0" indent="-342900" algn="l" defTabSz="914400" rtl="0" eaLnBrk="1" latinLnBrk="0" hangingPunct="1">
                  <a:lnSpc>
                    <a:spcPct val="90000"/>
                  </a:lnSpc>
                  <a:spcBef>
                    <a:spcPts val="82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lvl="1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lvl="2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lvl="3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lvl="4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lvl="5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lvl="6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lvl="7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lvl="8" indent="-342900" algn="l" defTabSz="914400" rtl="0" eaLnBrk="1" latinLnBrk="0" hangingPunct="1">
                  <a:lnSpc>
                    <a:spcPct val="90000"/>
                  </a:lnSpc>
                  <a:spcBef>
                    <a:spcPts val="413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742950" indent="-742950">
                  <a:buFont typeface="+mj-lt"/>
                  <a:buAutoNum type="arabicPeriod"/>
                </a:pPr>
                <a:endParaRPr lang="en-US" sz="3733" dirty="0">
                  <a:latin typeface="Calibri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latin typeface="Calibri" charset="0"/>
                  </a:rPr>
                  <a:t>Make 1</a:t>
                </a:r>
                <a:r>
                  <a:rPr lang="en-US" baseline="30000" dirty="0">
                    <a:latin typeface="Calibri" charset="0"/>
                  </a:rPr>
                  <a:t>st</a:t>
                </a:r>
                <a:r>
                  <a:rPr lang="en-US" dirty="0">
                    <a:latin typeface="Calibri" charset="0"/>
                  </a:rPr>
                  <a:t> order Markov assumption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latin typeface="Calibri" charset="0"/>
                  </a:rPr>
                  <a:t>Plug in the </a:t>
                </a:r>
                <a:r>
                  <a:rPr lang="en-US" b="1" dirty="0">
                    <a:latin typeface="Calibri" charset="0"/>
                  </a:rPr>
                  <a:t>bigram probabilities </a:t>
                </a: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dirty="0">
                    <a:latin typeface="Calibri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(&lt;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𝒔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&gt; 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𝑰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𝒘𝒂𝒏𝒕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US" b="1" i="1" dirty="0" err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𝒄𝒉𝒊𝒏𝒆𝒔𝒆</m:t>
                    </m:r>
                    <m:r>
                      <a:rPr lang="en-US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US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𝒇𝒐𝒐𝒅</m:t>
                    </m:r>
                    <m:r>
                      <a:rPr lang="en-US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 &lt;/</m:t>
                    </m:r>
                    <m:r>
                      <a:rPr lang="en-US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𝒔</m:t>
                    </m:r>
                    <m:r>
                      <a:rPr lang="en-US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&gt;) </m:t>
                    </m:r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  <a:latin typeface="Calibri" charset="0"/>
                </a:endParaRP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b="1" dirty="0">
                  <a:solidFill>
                    <a:schemeClr val="accent6">
                      <a:lumMod val="50000"/>
                    </a:schemeClr>
                  </a:solidFill>
                  <a:latin typeface="Calibri" charset="0"/>
                </a:endParaRP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/>
                        </a:rPr>
                        <m:t>   </m:t>
                      </m:r>
                      <m:r>
                        <a:rPr lang="en-US" sz="2700" b="0" i="1" dirty="0">
                          <a:latin typeface="Cambria Math"/>
                        </a:rPr>
                        <m:t>    = </m:t>
                      </m:r>
                      <m:r>
                        <a:rPr lang="en-US" sz="2700" b="0" i="1" dirty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7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b="0" i="1" dirty="0">
                              <a:latin typeface="Cambria Math"/>
                            </a:rPr>
                            <m:t>𝐼</m:t>
                          </m:r>
                        </m:e>
                        <m:e>
                          <m:r>
                            <a:rPr lang="en-US" sz="2700" b="0" i="1" dirty="0">
                              <a:latin typeface="Cambria Math"/>
                            </a:rPr>
                            <m:t>&lt;</m:t>
                          </m:r>
                          <m:r>
                            <a:rPr lang="en-US" sz="2700" b="0" i="1" dirty="0">
                              <a:latin typeface="Cambria Math"/>
                            </a:rPr>
                            <m:t>𝑠</m:t>
                          </m:r>
                          <m:r>
                            <a:rPr lang="en-US" sz="2700" b="0" i="1" dirty="0">
                              <a:latin typeface="Cambria Math"/>
                            </a:rPr>
                            <m:t>&gt;</m:t>
                          </m:r>
                        </m:e>
                      </m:d>
                      <m:r>
                        <a:rPr lang="en-US" sz="2700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700" b="0" i="1" dirty="0">
                          <a:latin typeface="Cambria Math"/>
                        </a:rPr>
                        <m:t>  </m:t>
                      </m:r>
                      <m:r>
                        <a:rPr lang="en-US" sz="2700" b="0" i="1" dirty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7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b="0" i="1" dirty="0" err="1">
                              <a:latin typeface="Cambria Math"/>
                            </a:rPr>
                            <m:t>𝑤𝑎𝑛𝑡</m:t>
                          </m:r>
                        </m:e>
                        <m:e>
                          <m:r>
                            <a:rPr lang="en-US" sz="2700" b="0" i="1" dirty="0" err="1">
                              <a:latin typeface="Cambria Math"/>
                            </a:rPr>
                            <m:t>𝐼</m:t>
                          </m:r>
                        </m:e>
                      </m:d>
                      <m:r>
                        <a:rPr lang="en-US" sz="2700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700" b="0" i="1" dirty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7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b="0" i="1" dirty="0" err="1">
                              <a:latin typeface="Cambria Math"/>
                            </a:rPr>
                            <m:t>𝑐h𝑖𝑛𝑒𝑠𝑒</m:t>
                          </m:r>
                        </m:e>
                        <m:e>
                          <m:r>
                            <a:rPr lang="en-US" sz="2700" b="0" i="1" dirty="0" err="1">
                              <a:latin typeface="Cambria Math"/>
                            </a:rPr>
                            <m:t>𝑤𝑎𝑛𝑡</m:t>
                          </m:r>
                        </m:e>
                      </m:d>
                      <m:r>
                        <a:rPr lang="en-US" sz="2700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700" b="0" i="1" dirty="0">
                          <a:latin typeface="Cambria Math"/>
                        </a:rPr>
                        <m:t>  </m:t>
                      </m:r>
                    </m:oMath>
                  </m:oMathPara>
                </a14:m>
                <a:endParaRPr lang="en-IN" sz="2700" b="0" i="1" dirty="0">
                  <a:latin typeface="Cambria Math"/>
                </a:endParaRP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b="0" i="1" dirty="0">
                          <a:latin typeface="Cambria Math"/>
                        </a:rPr>
                        <m:t>𝑃</m:t>
                      </m:r>
                      <m:r>
                        <a:rPr lang="en-US" sz="2700" b="0" i="1" dirty="0">
                          <a:latin typeface="Cambria Math"/>
                        </a:rPr>
                        <m:t>(</m:t>
                      </m:r>
                      <m:r>
                        <a:rPr lang="en-US" sz="2700" b="0" i="1" dirty="0" err="1">
                          <a:latin typeface="Cambria Math"/>
                        </a:rPr>
                        <m:t>𝑓𝑜𝑜𝑑</m:t>
                      </m:r>
                      <m:r>
                        <a:rPr lang="en-US" sz="2700" b="0" i="1" dirty="0" err="1">
                          <a:latin typeface="Cambria Math"/>
                        </a:rPr>
                        <m:t>|</m:t>
                      </m:r>
                      <m:r>
                        <a:rPr lang="en-US" sz="2700" b="0" i="1" dirty="0" err="1">
                          <a:latin typeface="Cambria Math"/>
                        </a:rPr>
                        <m:t>𝑐h𝑖𝑛𝑒𝑠𝑒</m:t>
                      </m:r>
                      <m:r>
                        <a:rPr lang="en-US" sz="2700" b="0" i="1" dirty="0">
                          <a:latin typeface="Cambria Math"/>
                        </a:rPr>
                        <m:t>)  × </m:t>
                      </m:r>
                      <m:r>
                        <a:rPr lang="en-US" sz="2700" b="0" i="1" dirty="0">
                          <a:latin typeface="Cambria Math"/>
                        </a:rPr>
                        <m:t>𝑃</m:t>
                      </m:r>
                      <m:r>
                        <a:rPr lang="en-US" sz="2700" b="0" i="1" dirty="0">
                          <a:latin typeface="Cambria Math"/>
                        </a:rPr>
                        <m:t>(&lt;/</m:t>
                      </m:r>
                      <m:r>
                        <a:rPr lang="en-US" sz="2700" b="0" i="1" dirty="0">
                          <a:latin typeface="Cambria Math"/>
                        </a:rPr>
                        <m:t>𝑠</m:t>
                      </m:r>
                      <m:r>
                        <a:rPr lang="en-US" sz="2700" b="0" i="1" dirty="0">
                          <a:latin typeface="Cambria Math"/>
                        </a:rPr>
                        <m:t>&gt;|</m:t>
                      </m:r>
                      <m:r>
                        <a:rPr lang="en-US" sz="2700" b="0" i="1" dirty="0">
                          <a:latin typeface="Cambria Math"/>
                        </a:rPr>
                        <m:t>𝑓𝑜𝑜𝑑</m:t>
                      </m:r>
                      <m:r>
                        <a:rPr lang="en-US" sz="2700" b="0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700" dirty="0">
                  <a:latin typeface="Calibri" charset="0"/>
                </a:endParaRPr>
              </a:p>
            </p:txBody>
          </p:sp>
        </mc:Choice>
        <mc:Fallback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F3688886-B42C-4C4F-9CFD-00E05E2FE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19200"/>
                <a:ext cx="11563350" cy="5029200"/>
              </a:xfrm>
              <a:prstGeom prst="rect">
                <a:avLst/>
              </a:prstGeom>
              <a:blipFill>
                <a:blip r:embed="rId3"/>
                <a:stretch>
                  <a:fillRect l="-1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5941CFBA-7F97-8311-EBE0-CAFB6B17B9E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990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20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Raw bigram probabilities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C33894-3348-410D-B2E8-2ECFB866FA3D}"/>
                  </a:ext>
                </a:extLst>
              </p:cNvPr>
              <p:cNvSpPr/>
              <p:nvPr/>
            </p:nvSpPr>
            <p:spPr>
              <a:xfrm>
                <a:off x="598883" y="1250295"/>
                <a:ext cx="9067631" cy="26691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Now let’s  compute the </a:t>
                </a:r>
                <a:r>
                  <a:rPr lang="en-US" sz="2400" b="1" dirty="0">
                    <a:highlight>
                      <a:srgbClr val="FFFF00"/>
                    </a:highlight>
                  </a:rPr>
                  <a:t>probability of sentences </a:t>
                </a:r>
                <a:r>
                  <a:rPr lang="en-US" sz="2400" b="1" dirty="0">
                    <a:solidFill>
                      <a:srgbClr val="C00000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I want English food</a:t>
                </a:r>
                <a:r>
                  <a:rPr lang="en-US" sz="2400" i="1" dirty="0">
                    <a:solidFill>
                      <a:srgbClr val="FFC000"/>
                    </a:solidFill>
                  </a:rPr>
                  <a:t> </a:t>
                </a:r>
                <a:r>
                  <a:rPr lang="en-US" sz="2400" dirty="0"/>
                  <a:t>or  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I want Chinese food</a:t>
                </a:r>
                <a:r>
                  <a:rPr lang="en-US" sz="2400" dirty="0"/>
                  <a:t>, as follows: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	Given some useful probabilities: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err="1">
                              <a:latin typeface="Cambria Math"/>
                            </a:rPr>
                            <m:t>𝑖</m:t>
                          </m:r>
                        </m:e>
                        <m:e>
                          <m:r>
                            <a:rPr lang="en-US" sz="2400" i="1" dirty="0">
                              <a:latin typeface="Cambria Math"/>
                            </a:rPr>
                            <m:t>&lt;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&gt;</m:t>
                          </m:r>
                        </m:e>
                      </m:d>
                      <m:r>
                        <a:rPr lang="en-US" sz="2400" i="1" dirty="0">
                          <a:latin typeface="Cambria Math"/>
                        </a:rPr>
                        <m:t>= 0.25             </m:t>
                      </m:r>
                    </m:oMath>
                  </m:oMathPara>
                </a14:m>
                <a:endParaRPr lang="en-IN" sz="24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/>
                        </a:rPr>
                        <m:t>𝑃</m:t>
                      </m:r>
                      <m:r>
                        <a:rPr lang="en-US" sz="2400" i="1" dirty="0">
                          <a:latin typeface="Cambria Math"/>
                        </a:rPr>
                        <m:t>(</m:t>
                      </m:r>
                      <m:r>
                        <a:rPr lang="en-US" sz="2400" i="1" dirty="0" err="1">
                          <a:latin typeface="Cambria Math"/>
                        </a:rPr>
                        <m:t>𝑒𝑛𝑔𝑙𝑖𝑠h</m:t>
                      </m:r>
                      <m:r>
                        <a:rPr lang="en-US" sz="2400" i="1" dirty="0" err="1">
                          <a:latin typeface="Cambria Math"/>
                        </a:rPr>
                        <m:t>|</m:t>
                      </m:r>
                      <m:r>
                        <a:rPr lang="en-US" sz="2400" i="1" dirty="0" err="1">
                          <a:latin typeface="Cambria Math"/>
                        </a:rPr>
                        <m:t>𝑤𝑎𝑛𝑡</m:t>
                      </m:r>
                      <m:r>
                        <a:rPr lang="en-US" sz="2400" i="1" dirty="0">
                          <a:latin typeface="Cambria Math"/>
                        </a:rPr>
                        <m:t>) = 0.0011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𝑃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err="1">
                          <a:latin typeface="Cambria Math"/>
                        </a:rPr>
                        <m:t>𝑓𝑜𝑜𝑑</m:t>
                      </m:r>
                      <m:r>
                        <a:rPr lang="en-US" sz="2400" i="1" dirty="0" err="1">
                          <a:latin typeface="Cambria Math"/>
                        </a:rPr>
                        <m:t>|</m:t>
                      </m:r>
                      <m:r>
                        <a:rPr lang="en-US" sz="2400" i="1" dirty="0" err="1">
                          <a:latin typeface="Cambria Math"/>
                        </a:rPr>
                        <m:t>𝑒𝑛𝑔𝑙𝑖𝑠h</m:t>
                      </m:r>
                      <m:r>
                        <a:rPr lang="en-US" sz="2400" i="1" dirty="0">
                          <a:latin typeface="Cambria Math"/>
                        </a:rPr>
                        <m:t>) = 0.5       </m:t>
                      </m:r>
                      <m:r>
                        <a:rPr lang="en-US" sz="2400" i="1" dirty="0">
                          <a:latin typeface="Cambria Math"/>
                        </a:rPr>
                        <m:t>𝑃</m:t>
                      </m:r>
                      <m:r>
                        <a:rPr lang="en-US" sz="2400" i="1" dirty="0">
                          <a:latin typeface="Cambria Math"/>
                        </a:rPr>
                        <m:t>(&lt;/</m:t>
                      </m:r>
                      <m:r>
                        <a:rPr lang="en-US" sz="2400" i="1" dirty="0">
                          <a:latin typeface="Cambria Math"/>
                        </a:rPr>
                        <m:t>𝑠</m:t>
                      </m:r>
                      <m:r>
                        <a:rPr lang="en-US" sz="2400" i="1" dirty="0">
                          <a:latin typeface="Cambria Math"/>
                        </a:rPr>
                        <m:t>&gt;|</m:t>
                      </m:r>
                      <m:r>
                        <a:rPr lang="en-US" sz="2400" i="1" dirty="0">
                          <a:latin typeface="Cambria Math"/>
                        </a:rPr>
                        <m:t>𝑓𝑜𝑜𝑑</m:t>
                      </m:r>
                      <m:r>
                        <a:rPr lang="en-US" sz="2400" i="1" dirty="0">
                          <a:latin typeface="Cambria Math"/>
                        </a:rPr>
                        <m:t>) = 0.68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C33894-3348-410D-B2E8-2ECFB866FA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883" y="1250295"/>
                <a:ext cx="9067631" cy="2669129"/>
              </a:xfrm>
              <a:prstGeom prst="rect">
                <a:avLst/>
              </a:prstGeom>
              <a:blipFill>
                <a:blip r:embed="rId3"/>
                <a:stretch>
                  <a:fillRect l="-874" t="-1826" r="-202" b="-2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CE168B9-87FF-454D-962B-AED01F2AD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280" y="4280677"/>
            <a:ext cx="7206097" cy="2127688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822E81B4-425F-2E58-5064-9FB44F5D506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21</a:t>
            </a:fld>
            <a:endParaRPr sz="132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669044" y="338374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GenerativeAI</a:t>
            </a:r>
            <a:r>
              <a:rPr lang="en-US" sz="2400" b="1" dirty="0">
                <a:solidFill>
                  <a:schemeClr val="accent1"/>
                </a:solidFill>
              </a:rPr>
              <a:t> and Its Applications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Limitations of N-gram approach to Language Modeling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52F980B0-5E0E-4F74-BA09-2E1A33A9CAE4}"/>
              </a:ext>
            </a:extLst>
          </p:cNvPr>
          <p:cNvSpPr txBox="1">
            <a:spLocks noChangeArrowheads="1"/>
          </p:cNvSpPr>
          <p:nvPr/>
        </p:nvSpPr>
        <p:spPr>
          <a:xfrm>
            <a:off x="277418" y="1229148"/>
            <a:ext cx="8997212" cy="52768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400" b="1" dirty="0"/>
              <a:t>N-gram based language models do have a few drawbacks:</a:t>
            </a:r>
          </a:p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FFC000"/>
                </a:solidFill>
              </a:rPr>
              <a:t>The higher the N, the better is the model usually. But this leads to lots of computation overhead that requires large computation power in terms of RAM</a:t>
            </a:r>
          </a:p>
          <a:p>
            <a:pPr algn="just">
              <a:lnSpc>
                <a:spcPct val="100000"/>
              </a:lnSpc>
            </a:pPr>
            <a:r>
              <a:rPr lang="en-US" sz="2400" b="1" dirty="0"/>
              <a:t>N-grams are a sparse representation of language</a:t>
            </a:r>
            <a:r>
              <a:rPr lang="en-US" sz="2400" dirty="0"/>
              <a:t>. This is because we build the model based on the probability of words co-occurring. It will give zero probability to all the words that are not present in the training corpus.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b="1" dirty="0">
              <a:latin typeface="Calibri" charset="0"/>
            </a:endParaRP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4EECD782-E34A-F724-BD0E-89DEACD6824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03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811A-2FC1-0C77-BD31-2E6C082F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6DF6489-D7A3-40AC-112A-543C900C9F3F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D25856-DCFF-7A6A-4374-83D050D31E24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71B449-2826-7977-8466-4D1865C32AA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CDF589-379E-0A5A-E263-6500CA2727EE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A50068-80A7-0452-01BA-6FF1BFF4A0D8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4D576D-9B28-A545-1BD0-2B01A87345AC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6175C2-36E1-01FD-5B60-D8FD3FB0A51F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83248446-CE7F-0835-D6E8-CAE0E10E0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9F8ED8-595B-56B2-E722-3B6812D733E9}"/>
              </a:ext>
            </a:extLst>
          </p:cNvPr>
          <p:cNvSpPr/>
          <p:nvPr/>
        </p:nvSpPr>
        <p:spPr>
          <a:xfrm>
            <a:off x="4731026" y="3615531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         Thank You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51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40182</TotalTime>
  <Words>1789</Words>
  <Application>Microsoft Office PowerPoint</Application>
  <PresentationFormat>Widescreen</PresentationFormat>
  <Paragraphs>207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Prahallad Nith</dc:creator>
  <cp:lastModifiedBy>Dr Pooja Agarwal</cp:lastModifiedBy>
  <cp:revision>500</cp:revision>
  <dcterms:created xsi:type="dcterms:W3CDTF">2019-05-30T23:14:36Z</dcterms:created>
  <dcterms:modified xsi:type="dcterms:W3CDTF">2026-01-13T06:07:25Z</dcterms:modified>
</cp:coreProperties>
</file>