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comments/comment1.xml" ContentType="application/vnd.openxmlformats-officedocument.presentationml.comments+xml"/>
  <Override PartName="/ppt/ink/ink5.xml" ContentType="application/inkml+xml"/>
  <Override PartName="/ppt/ink/ink6.xml" ContentType="application/inkml+xml"/>
  <Override PartName="/ppt/ink/ink7.xml" ContentType="application/inkml+xml"/>
  <Override PartName="/ppt/ink/ink8.xml" ContentType="application/inkml+xml"/>
  <Override PartName="/ppt/comments/comment2.xml" ContentType="application/vnd.openxmlformats-officedocument.presentationml.comments+xml"/>
  <Override PartName="/ppt/ink/ink9.xml" ContentType="application/inkml+xml"/>
  <Override PartName="/ppt/ink/ink10.xml" ContentType="application/inkml+xml"/>
  <Override PartName="/ppt/ink/ink11.xml" ContentType="application/inkml+xml"/>
  <Override PartName="/ppt/ink/ink12.xml" ContentType="application/inkml+xml"/>
  <Override PartName="/ppt/comments/comment3.xml" ContentType="application/vnd.openxmlformats-officedocument.presentationml.comments+xml"/>
  <Override PartName="/ppt/ink/ink13.xml" ContentType="application/inkml+xml"/>
  <Override PartName="/ppt/ink/ink14.xml" ContentType="application/inkml+xml"/>
  <Override PartName="/ppt/ink/ink15.xml" ContentType="application/inkml+xml"/>
  <Override PartName="/ppt/ink/ink16.xml" ContentType="application/inkml+xml"/>
  <Override PartName="/ppt/comments/comment4.xml" ContentType="application/vnd.openxmlformats-officedocument.presentationml.comments+xml"/>
  <Override PartName="/ppt/notesSlides/notesSlide2.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comments/comment5.xml" ContentType="application/vnd.openxmlformats-officedocument.presentationml.comments+xml"/>
  <Override PartName="/ppt/ink/ink21.xml" ContentType="application/inkml+xml"/>
  <Override PartName="/ppt/ink/ink22.xml" ContentType="application/inkml+xml"/>
  <Override PartName="/ppt/ink/ink23.xml" ContentType="application/inkml+xml"/>
  <Override PartName="/ppt/ink/ink24.xml" ContentType="application/inkml+xml"/>
  <Override PartName="/ppt/comments/comment6.xml" ContentType="application/vnd.openxmlformats-officedocument.presentationml.comments+xml"/>
  <Override PartName="/ppt/ink/ink25.xml" ContentType="application/inkml+xml"/>
  <Override PartName="/ppt/ink/ink26.xml" ContentType="application/inkml+xml"/>
  <Override PartName="/ppt/ink/ink27.xml" ContentType="application/inkml+xml"/>
  <Override PartName="/ppt/ink/ink28.xml" ContentType="application/inkml+xml"/>
  <Override PartName="/ppt/comments/comment7.xml" ContentType="application/vnd.openxmlformats-officedocument.presentationml.comments+xml"/>
  <Override PartName="/ppt/ink/ink29.xml" ContentType="application/inkml+xml"/>
  <Override PartName="/ppt/ink/ink30.xml" ContentType="application/inkml+xml"/>
  <Override PartName="/ppt/ink/ink31.xml" ContentType="application/inkml+xml"/>
  <Override PartName="/ppt/ink/ink32.xml" ContentType="application/inkml+xml"/>
  <Override PartName="/ppt/comments/comment8.xml" ContentType="application/vnd.openxmlformats-officedocument.presentationml.comments+xml"/>
  <Override PartName="/ppt/ink/ink33.xml" ContentType="application/inkml+xml"/>
  <Override PartName="/ppt/ink/ink34.xml" ContentType="application/inkml+xml"/>
  <Override PartName="/ppt/ink/ink35.xml" ContentType="application/inkml+xml"/>
  <Override PartName="/ppt/ink/ink36.xml" ContentType="application/inkml+xml"/>
  <Override PartName="/ppt/comments/comment9.xml" ContentType="application/vnd.openxmlformats-officedocument.presentationml.comments+xml"/>
  <Override PartName="/ppt/ink/ink37.xml" ContentType="application/inkml+xml"/>
  <Override PartName="/ppt/ink/ink38.xml" ContentType="application/inkml+xml"/>
  <Override PartName="/ppt/ink/ink39.xml" ContentType="application/inkml+xml"/>
  <Override PartName="/ppt/ink/ink40.xml" ContentType="application/inkml+xml"/>
  <Override PartName="/ppt/comments/comment10.xml" ContentType="application/vnd.openxmlformats-officedocument.presentationml.comments+xml"/>
  <Override PartName="/ppt/ink/ink41.xml" ContentType="application/inkml+xml"/>
  <Override PartName="/ppt/ink/ink42.xml" ContentType="application/inkml+xml"/>
  <Override PartName="/ppt/ink/ink43.xml" ContentType="application/inkml+xml"/>
  <Override PartName="/ppt/ink/ink44.xml" ContentType="application/inkml+xml"/>
  <Override PartName="/ppt/comments/comment11.xml" ContentType="application/vnd.openxmlformats-officedocument.presentationml.comments+xml"/>
  <Override PartName="/ppt/ink/ink45.xml" ContentType="application/inkml+xml"/>
  <Override PartName="/ppt/ink/ink46.xml" ContentType="application/inkml+xml"/>
  <Override PartName="/ppt/ink/ink47.xml" ContentType="application/inkml+xml"/>
  <Override PartName="/ppt/ink/ink48.xml" ContentType="application/inkml+xml"/>
  <Override PartName="/ppt/comments/comment12.xml" ContentType="application/vnd.openxmlformats-officedocument.presentationml.comments+xml"/>
  <Override PartName="/ppt/ink/ink49.xml" ContentType="application/inkml+xml"/>
  <Override PartName="/ppt/ink/ink50.xml" ContentType="application/inkml+xml"/>
  <Override PartName="/ppt/ink/ink51.xml" ContentType="application/inkml+xml"/>
  <Override PartName="/ppt/ink/ink52.xml" ContentType="application/inkml+xml"/>
  <Override PartName="/ppt/comments/comment13.xml" ContentType="application/vnd.openxmlformats-officedocument.presentationml.comments+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comments/comment14.xml" ContentType="application/vnd.openxmlformats-officedocument.presentationml.comments+xml"/>
  <Override PartName="/ppt/ink/ink58.xml" ContentType="application/inkml+xml"/>
  <Override PartName="/ppt/ink/ink59.xml" ContentType="application/inkml+xml"/>
  <Override PartName="/ppt/ink/ink60.xml" ContentType="application/inkml+xml"/>
  <Override PartName="/ppt/ink/ink61.xml" ContentType="application/inkml+xml"/>
  <Override PartName="/ppt/comments/comment15.xml" ContentType="application/vnd.openxmlformats-officedocument.presentationml.comments+xml"/>
  <Override PartName="/ppt/ink/ink62.xml" ContentType="application/inkml+xml"/>
  <Override PartName="/ppt/ink/ink63.xml" ContentType="application/inkml+xml"/>
  <Override PartName="/ppt/ink/ink64.xml" ContentType="application/inkml+xml"/>
  <Override PartName="/ppt/ink/ink65.xml" ContentType="application/inkml+xml"/>
  <Override PartName="/ppt/comments/comment16.xml" ContentType="application/vnd.openxmlformats-officedocument.presentationml.comments+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comments/comment17.xml" ContentType="application/vnd.openxmlformats-officedocument.presentationml.comments+xml"/>
  <Override PartName="/ppt/ink/ink71.xml" ContentType="application/inkml+xml"/>
  <Override PartName="/ppt/ink/ink72.xml" ContentType="application/inkml+xml"/>
  <Override PartName="/ppt/ink/ink73.xml" ContentType="application/inkml+xml"/>
  <Override PartName="/ppt/ink/ink74.xml" ContentType="application/inkml+xml"/>
  <Override PartName="/ppt/comments/comment18.xml" ContentType="application/vnd.openxmlformats-officedocument.presentationml.comments+xml"/>
  <Override PartName="/ppt/ink/ink75.xml" ContentType="application/inkml+xml"/>
  <Override PartName="/ppt/ink/ink76.xml" ContentType="application/inkml+xml"/>
  <Override PartName="/ppt/ink/ink77.xml" ContentType="application/inkml+xml"/>
  <Override PartName="/ppt/ink/ink78.xml" ContentType="application/inkml+xml"/>
  <Override PartName="/ppt/comments/comment19.xml" ContentType="application/vnd.openxmlformats-officedocument.presentationml.comments+xml"/>
  <Override PartName="/ppt/ink/ink79.xml" ContentType="application/inkml+xml"/>
  <Override PartName="/ppt/ink/ink80.xml" ContentType="application/inkml+xml"/>
  <Override PartName="/ppt/ink/ink81.xml" ContentType="application/inkml+xml"/>
  <Override PartName="/ppt/ink/ink82.xml" ContentType="application/inkml+xml"/>
  <Override PartName="/ppt/comments/comment20.xml" ContentType="application/vnd.openxmlformats-officedocument.presentationml.comments+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comments/comment21.xml" ContentType="application/vnd.openxmlformats-officedocument.presentationml.comments+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comments/comment22.xml" ContentType="application/vnd.openxmlformats-officedocument.presentationml.comments+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comments/comment23.xml" ContentType="application/vnd.openxmlformats-officedocument.presentationml.comments+xml"/>
  <Override PartName="/ppt/ink/ink98.xml" ContentType="application/inkml+xml"/>
  <Override PartName="/ppt/ink/ink99.xml" ContentType="application/inkml+xml"/>
  <Override PartName="/ppt/ink/ink100.xml" ContentType="application/inkml+xml"/>
  <Override PartName="/ppt/ink/ink101.xml" ContentType="application/inkml+xml"/>
  <Override PartName="/ppt/comments/comment24.xml" ContentType="application/vnd.openxmlformats-officedocument.presentationml.comments+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comments/comment25.xml" ContentType="application/vnd.openxmlformats-officedocument.presentationml.comments+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comments/comment26.xml" ContentType="application/vnd.openxmlformats-officedocument.presentationml.comments+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comments/comment27.xml" ContentType="application/vnd.openxmlformats-officedocument.presentationml.comments+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comments/comment28.xml" ContentType="application/vnd.openxmlformats-officedocument.presentationml.comments+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comments/comment29.xml" ContentType="application/vnd.openxmlformats-officedocument.presentationml.comments+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comments/comment30.xml" ContentType="application/vnd.openxmlformats-officedocument.presentationml.comments+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comments/comment31.xml" ContentType="application/vnd.openxmlformats-officedocument.presentationml.comments+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comments/comment32.xml" ContentType="application/vnd.openxmlformats-officedocument.presentationml.comments+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comments/comment33.xml" ContentType="application/vnd.openxmlformats-officedocument.presentationml.comments+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comments/comment34.xml" ContentType="application/vnd.openxmlformats-officedocument.presentationml.comments+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comments/comment35.xml" ContentType="application/vnd.openxmlformats-officedocument.presentationml.comments+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comments/comment36.xml" ContentType="application/vnd.openxmlformats-officedocument.presentationml.comments+xml"/>
  <Override PartName="/ppt/ink/ink15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606" r:id="rId2"/>
    <p:sldId id="607" r:id="rId3"/>
    <p:sldId id="471" r:id="rId4"/>
    <p:sldId id="741" r:id="rId5"/>
    <p:sldId id="742" r:id="rId6"/>
    <p:sldId id="390" r:id="rId7"/>
    <p:sldId id="743" r:id="rId8"/>
    <p:sldId id="744" r:id="rId9"/>
    <p:sldId id="745" r:id="rId10"/>
    <p:sldId id="734" r:id="rId11"/>
    <p:sldId id="735" r:id="rId12"/>
    <p:sldId id="757" r:id="rId13"/>
    <p:sldId id="733" r:id="rId14"/>
    <p:sldId id="732" r:id="rId15"/>
    <p:sldId id="737" r:id="rId16"/>
    <p:sldId id="739" r:id="rId17"/>
    <p:sldId id="740" r:id="rId18"/>
    <p:sldId id="738" r:id="rId19"/>
    <p:sldId id="736" r:id="rId20"/>
    <p:sldId id="762" r:id="rId21"/>
    <p:sldId id="763" r:id="rId22"/>
    <p:sldId id="764" r:id="rId23"/>
    <p:sldId id="767" r:id="rId24"/>
    <p:sldId id="768" r:id="rId25"/>
    <p:sldId id="770" r:id="rId26"/>
    <p:sldId id="769" r:id="rId27"/>
    <p:sldId id="771" r:id="rId28"/>
    <p:sldId id="772" r:id="rId29"/>
    <p:sldId id="773" r:id="rId30"/>
    <p:sldId id="774" r:id="rId31"/>
    <p:sldId id="775" r:id="rId32"/>
    <p:sldId id="776" r:id="rId33"/>
    <p:sldId id="765" r:id="rId34"/>
    <p:sldId id="777" r:id="rId35"/>
    <p:sldId id="778" r:id="rId36"/>
    <p:sldId id="746" r:id="rId37"/>
    <p:sldId id="747" r:id="rId38"/>
    <p:sldId id="748" r:id="rId39"/>
    <p:sldId id="749" r:id="rId40"/>
    <p:sldId id="750" r:id="rId41"/>
    <p:sldId id="751" r:id="rId42"/>
    <p:sldId id="752" r:id="rId43"/>
    <p:sldId id="753" r:id="rId44"/>
    <p:sldId id="754" r:id="rId45"/>
    <p:sldId id="755" r:id="rId46"/>
    <p:sldId id="756" r:id="rId47"/>
    <p:sldId id="685"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sit" initials="p" lastIdx="22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6-01T13:54:17.085" idx="183">
    <p:pos x="16" y="394"/>
    <p:text>This is the normal slide to insert text, videos, etc</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0-06-01T13:54:17.085" idx="184">
    <p:pos x="16" y="394"/>
    <p:text>This is the normal slide to insert text, videos, etc</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0-06-01T13:54:17.085" idx="107">
    <p:pos x="16" y="394"/>
    <p:text>This is the normal slide to insert text, videos, etc</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0-06-01T13:54:17.085" idx="182">
    <p:pos x="16" y="394"/>
    <p:text>This is the normal slide to insert text, videos, etc</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0-06-01T13:54:17.085" idx="195">
    <p:pos x="16" y="394"/>
    <p:text>This is the normal slide to insert text, videos, etc</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20-06-01T13:54:17.085" idx="196">
    <p:pos x="16" y="394"/>
    <p:text>This is the normal slide to insert text, videos, etc</p:text>
  </p:cm>
</p:cmLst>
</file>

<file path=ppt/comments/comment7.xml><?xml version="1.0" encoding="utf-8"?>
<p:cmLst xmlns:a="http://schemas.openxmlformats.org/drawingml/2006/main" xmlns:r="http://schemas.openxmlformats.org/officeDocument/2006/relationships" xmlns:p="http://schemas.openxmlformats.org/presentationml/2006/main">
  <p:cm authorId="1" dt="2020-06-01T13:54:17.085" idx="197">
    <p:pos x="16" y="394"/>
    <p:text>This is the normal slide to insert text, videos, etc</p:text>
  </p:cm>
</p:cmLst>
</file>

<file path=ppt/comments/comment8.xml><?xml version="1.0" encoding="utf-8"?>
<p:cmLst xmlns:a="http://schemas.openxmlformats.org/drawingml/2006/main" xmlns:r="http://schemas.openxmlformats.org/officeDocument/2006/relationships" xmlns:p="http://schemas.openxmlformats.org/presentationml/2006/main">
  <p:cm authorId="1" dt="2020-06-01T13:54:17.085" idx="204">
    <p:pos x="16" y="394"/>
    <p:text>This is the normal slide to insert text, videos, etc</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0-06-01T13:54:17.085" idx="171">
    <p:pos x="16" y="394"/>
    <p:text>This is the normal slide to insert text, videos, etc</p:text>
  </p:cm>
</p:cmLst>
</file>

<file path=ppt/comments/comment10.xml><?xml version="1.0" encoding="utf-8"?>
<p:cmLst xmlns:a="http://schemas.openxmlformats.org/drawingml/2006/main" xmlns:r="http://schemas.openxmlformats.org/officeDocument/2006/relationships" xmlns:p="http://schemas.openxmlformats.org/presentationml/2006/main">
  <p:cm authorId="1" dt="2020-06-01T13:54:17.085" idx="176">
    <p:pos x="16" y="394"/>
    <p:text>This is the normal slide to insert text, videos, etc</p:text>
  </p:cm>
</p:cmLst>
</file>

<file path=ppt/comments/comment11.xml><?xml version="1.0" encoding="utf-8"?>
<p:cmLst xmlns:a="http://schemas.openxmlformats.org/drawingml/2006/main" xmlns:r="http://schemas.openxmlformats.org/officeDocument/2006/relationships" xmlns:p="http://schemas.openxmlformats.org/presentationml/2006/main">
  <p:cm authorId="1" dt="2020-06-01T13:54:17.085" idx="178">
    <p:pos x="16" y="394"/>
    <p:text>This is the normal slide to insert text, videos, etc</p:text>
  </p:cm>
</p:cmLst>
</file>

<file path=ppt/comments/comment12.xml><?xml version="1.0" encoding="utf-8"?>
<p:cmLst xmlns:a="http://schemas.openxmlformats.org/drawingml/2006/main" xmlns:r="http://schemas.openxmlformats.org/officeDocument/2006/relationships" xmlns:p="http://schemas.openxmlformats.org/presentationml/2006/main">
  <p:cm authorId="1" dt="2020-06-01T13:54:17.085" idx="179">
    <p:pos x="16" y="394"/>
    <p:text>This is the normal slide to insert text, videos, etc</p:text>
  </p:cm>
</p:cmLst>
</file>

<file path=ppt/comments/comment13.xml><?xml version="1.0" encoding="utf-8"?>
<p:cmLst xmlns:a="http://schemas.openxmlformats.org/drawingml/2006/main" xmlns:r="http://schemas.openxmlformats.org/officeDocument/2006/relationships" xmlns:p="http://schemas.openxmlformats.org/presentationml/2006/main">
  <p:cm authorId="1" dt="2020-06-01T13:54:17.085" idx="205">
    <p:pos x="16" y="394"/>
    <p:text>This is the normal slide to insert text, videos, etc</p:text>
  </p:cm>
</p:cmLst>
</file>

<file path=ppt/comments/comment14.xml><?xml version="1.0" encoding="utf-8"?>
<p:cmLst xmlns:a="http://schemas.openxmlformats.org/drawingml/2006/main" xmlns:r="http://schemas.openxmlformats.org/officeDocument/2006/relationships" xmlns:p="http://schemas.openxmlformats.org/presentationml/2006/main">
  <p:cm authorId="1" dt="2020-06-01T13:54:17.085" idx="201">
    <p:pos x="16" y="394"/>
    <p:text>This is the normal slide to insert text, videos, etc</p:text>
  </p:cm>
</p:cmLst>
</file>

<file path=ppt/comments/comment15.xml><?xml version="1.0" encoding="utf-8"?>
<p:cmLst xmlns:a="http://schemas.openxmlformats.org/drawingml/2006/main" xmlns:r="http://schemas.openxmlformats.org/officeDocument/2006/relationships" xmlns:p="http://schemas.openxmlformats.org/presentationml/2006/main">
  <p:cm authorId="1" dt="2020-06-01T13:54:17.085" idx="206">
    <p:pos x="16" y="394"/>
    <p:text>This is the normal slide to insert text, videos, etc</p:text>
  </p:cm>
</p:cmLst>
</file>

<file path=ppt/comments/comment16.xml><?xml version="1.0" encoding="utf-8"?>
<p:cmLst xmlns:a="http://schemas.openxmlformats.org/drawingml/2006/main" xmlns:r="http://schemas.openxmlformats.org/officeDocument/2006/relationships" xmlns:p="http://schemas.openxmlformats.org/presentationml/2006/main">
  <p:cm authorId="1" dt="2020-06-01T13:54:17.085" idx="207">
    <p:pos x="16" y="394"/>
    <p:text>This is the normal slide to insert text, videos, etc</p:text>
  </p:cm>
</p:cmLst>
</file>

<file path=ppt/comments/comment17.xml><?xml version="1.0" encoding="utf-8"?>
<p:cmLst xmlns:a="http://schemas.openxmlformats.org/drawingml/2006/main" xmlns:r="http://schemas.openxmlformats.org/officeDocument/2006/relationships" xmlns:p="http://schemas.openxmlformats.org/presentationml/2006/main">
  <p:cm authorId="1" dt="2020-06-01T13:54:17.085" idx="208">
    <p:pos x="16" y="394"/>
    <p:text>This is the normal slide to insert text, videos, etc</p:text>
  </p:cm>
</p:cmLst>
</file>

<file path=ppt/comments/comment18.xml><?xml version="1.0" encoding="utf-8"?>
<p:cmLst xmlns:a="http://schemas.openxmlformats.org/drawingml/2006/main" xmlns:r="http://schemas.openxmlformats.org/officeDocument/2006/relationships" xmlns:p="http://schemas.openxmlformats.org/presentationml/2006/main">
  <p:cm authorId="1" dt="2020-06-01T13:54:17.085" idx="211">
    <p:pos x="16" y="394"/>
    <p:text>This is the normal slide to insert text, videos, etc</p:text>
  </p:cm>
</p:cmLst>
</file>

<file path=ppt/comments/comment19.xml><?xml version="1.0" encoding="utf-8"?>
<p:cmLst xmlns:a="http://schemas.openxmlformats.org/drawingml/2006/main" xmlns:r="http://schemas.openxmlformats.org/officeDocument/2006/relationships" xmlns:p="http://schemas.openxmlformats.org/presentationml/2006/main">
  <p:cm authorId="1" dt="2020-06-01T13:54:17.085" idx="212">
    <p:pos x="16" y="394"/>
    <p:text>This is the normal slide to insert text, videos, etc</p:text>
  </p:cm>
</p:cmLst>
</file>

<file path=ppt/comments/comment20.xml><?xml version="1.0" encoding="utf-8"?>
<p:cmLst xmlns:a="http://schemas.openxmlformats.org/drawingml/2006/main" xmlns:r="http://schemas.openxmlformats.org/officeDocument/2006/relationships" xmlns:p="http://schemas.openxmlformats.org/presentationml/2006/main">
  <p:cm authorId="1" dt="2020-06-01T13:54:17.085" idx="214">
    <p:pos x="16" y="394"/>
    <p:text>This is the normal slide to insert text, videos, etc</p:text>
  </p:cm>
</p:cmLst>
</file>

<file path=ppt/comments/comment21.xml><?xml version="1.0" encoding="utf-8"?>
<p:cmLst xmlns:a="http://schemas.openxmlformats.org/drawingml/2006/main" xmlns:r="http://schemas.openxmlformats.org/officeDocument/2006/relationships" xmlns:p="http://schemas.openxmlformats.org/presentationml/2006/main">
  <p:cm authorId="1" dt="2020-06-01T13:54:17.085" idx="213">
    <p:pos x="16" y="394"/>
    <p:text>This is the normal slide to insert text, videos, etc</p:text>
  </p:cm>
</p:cmLst>
</file>

<file path=ppt/comments/comment22.xml><?xml version="1.0" encoding="utf-8"?>
<p:cmLst xmlns:a="http://schemas.openxmlformats.org/drawingml/2006/main" xmlns:r="http://schemas.openxmlformats.org/officeDocument/2006/relationships" xmlns:p="http://schemas.openxmlformats.org/presentationml/2006/main">
  <p:cm authorId="1" dt="2020-06-01T13:54:17.085" idx="215">
    <p:pos x="16" y="394"/>
    <p:text>This is the normal slide to insert text, videos, etc</p:text>
  </p:cm>
</p:cmLst>
</file>

<file path=ppt/comments/comment23.xml><?xml version="1.0" encoding="utf-8"?>
<p:cmLst xmlns:a="http://schemas.openxmlformats.org/drawingml/2006/main" xmlns:r="http://schemas.openxmlformats.org/officeDocument/2006/relationships" xmlns:p="http://schemas.openxmlformats.org/presentationml/2006/main">
  <p:cm authorId="1" dt="2020-06-01T13:54:17.085" idx="216">
    <p:pos x="16" y="394"/>
    <p:text>This is the normal slide to insert text, videos, etc</p:text>
  </p:cm>
</p:cmLst>
</file>

<file path=ppt/comments/comment24.xml><?xml version="1.0" encoding="utf-8"?>
<p:cmLst xmlns:a="http://schemas.openxmlformats.org/drawingml/2006/main" xmlns:r="http://schemas.openxmlformats.org/officeDocument/2006/relationships" xmlns:p="http://schemas.openxmlformats.org/presentationml/2006/main">
  <p:cm authorId="1" dt="2020-06-01T13:54:17.085" idx="217">
    <p:pos x="16" y="394"/>
    <p:text>This is the normal slide to insert text, videos, etc</p:text>
  </p:cm>
</p:cmLst>
</file>

<file path=ppt/comments/comment25.xml><?xml version="1.0" encoding="utf-8"?>
<p:cmLst xmlns:a="http://schemas.openxmlformats.org/drawingml/2006/main" xmlns:r="http://schemas.openxmlformats.org/officeDocument/2006/relationships" xmlns:p="http://schemas.openxmlformats.org/presentationml/2006/main">
  <p:cm authorId="1" dt="2020-06-01T13:54:17.085" idx="218">
    <p:pos x="16" y="394"/>
    <p:text>This is the normal slide to insert text, videos, etc</p:text>
  </p:cm>
</p:cmLst>
</file>

<file path=ppt/comments/comment26.xml><?xml version="1.0" encoding="utf-8"?>
<p:cmLst xmlns:a="http://schemas.openxmlformats.org/drawingml/2006/main" xmlns:r="http://schemas.openxmlformats.org/officeDocument/2006/relationships" xmlns:p="http://schemas.openxmlformats.org/presentationml/2006/main">
  <p:cm authorId="1" dt="2020-06-01T13:54:17.085" idx="219">
    <p:pos x="16" y="394"/>
    <p:text>This is the normal slide to insert text, videos, etc</p:text>
  </p:cm>
</p:cmLst>
</file>

<file path=ppt/comments/comment27.xml><?xml version="1.0" encoding="utf-8"?>
<p:cmLst xmlns:a="http://schemas.openxmlformats.org/drawingml/2006/main" xmlns:r="http://schemas.openxmlformats.org/officeDocument/2006/relationships" xmlns:p="http://schemas.openxmlformats.org/presentationml/2006/main">
  <p:cm authorId="1" dt="2020-06-01T13:54:17.085" idx="220">
    <p:pos x="16" y="394"/>
    <p:text>This is the normal slide to insert text, videos, etc</p:text>
  </p:cm>
</p:cmLst>
</file>

<file path=ppt/comments/comment28.xml><?xml version="1.0" encoding="utf-8"?>
<p:cmLst xmlns:a="http://schemas.openxmlformats.org/drawingml/2006/main" xmlns:r="http://schemas.openxmlformats.org/officeDocument/2006/relationships" xmlns:p="http://schemas.openxmlformats.org/presentationml/2006/main">
  <p:cm authorId="1" dt="2020-06-01T13:54:17.085" idx="209">
    <p:pos x="16" y="394"/>
    <p:text>This is the normal slide to insert text, videos, etc</p:text>
  </p:cm>
</p:cmLst>
</file>

<file path=ppt/comments/comment29.xml><?xml version="1.0" encoding="utf-8"?>
<p:cmLst xmlns:a="http://schemas.openxmlformats.org/drawingml/2006/main" xmlns:r="http://schemas.openxmlformats.org/officeDocument/2006/relationships" xmlns:p="http://schemas.openxmlformats.org/presentationml/2006/main">
  <p:cm authorId="1" dt="2020-06-01T13:54:17.085" idx="221">
    <p:pos x="16" y="394"/>
    <p:text>This is the normal slide to insert text, videos, etc</p:text>
  </p:cm>
</p:cmLst>
</file>

<file path=ppt/comments/comment30.xml><?xml version="1.0" encoding="utf-8"?>
<p:cmLst xmlns:a="http://schemas.openxmlformats.org/drawingml/2006/main" xmlns:r="http://schemas.openxmlformats.org/officeDocument/2006/relationships" xmlns:p="http://schemas.openxmlformats.org/presentationml/2006/main">
  <p:cm authorId="1" dt="2020-06-01T13:54:17.085" idx="222">
    <p:pos x="16" y="394"/>
    <p:text>This is the normal slide to insert text, videos, etc</p:text>
  </p:cm>
</p:cmLst>
</file>

<file path=ppt/comments/comment31.xml><?xml version="1.0" encoding="utf-8"?>
<p:cmLst xmlns:a="http://schemas.openxmlformats.org/drawingml/2006/main" xmlns:r="http://schemas.openxmlformats.org/officeDocument/2006/relationships" xmlns:p="http://schemas.openxmlformats.org/presentationml/2006/main">
  <p:cm authorId="1" dt="2020-06-01T13:54:17.085" idx="185">
    <p:pos x="16" y="394"/>
    <p:text>This is the normal slide to insert text, videos, etc</p:text>
  </p:cm>
</p:cmLst>
</file>

<file path=ppt/comments/comment32.xml><?xml version="1.0" encoding="utf-8"?>
<p:cmLst xmlns:a="http://schemas.openxmlformats.org/drawingml/2006/main" xmlns:r="http://schemas.openxmlformats.org/officeDocument/2006/relationships" xmlns:p="http://schemas.openxmlformats.org/presentationml/2006/main">
  <p:cm authorId="1" dt="2020-06-01T13:54:17.085" idx="186">
    <p:pos x="16" y="394"/>
    <p:text>This is the normal slide to insert text, videos, etc</p:text>
  </p:cm>
</p:cmLst>
</file>

<file path=ppt/comments/comment33.xml><?xml version="1.0" encoding="utf-8"?>
<p:cmLst xmlns:a="http://schemas.openxmlformats.org/drawingml/2006/main" xmlns:r="http://schemas.openxmlformats.org/officeDocument/2006/relationships" xmlns:p="http://schemas.openxmlformats.org/presentationml/2006/main">
  <p:cm authorId="1" dt="2020-06-01T13:54:17.085" idx="187">
    <p:pos x="16" y="394"/>
    <p:text>This is the normal slide to insert text, videos, etc</p:text>
  </p:cm>
</p:cmLst>
</file>

<file path=ppt/comments/comment34.xml><?xml version="1.0" encoding="utf-8"?>
<p:cmLst xmlns:a="http://schemas.openxmlformats.org/drawingml/2006/main" xmlns:r="http://schemas.openxmlformats.org/officeDocument/2006/relationships" xmlns:p="http://schemas.openxmlformats.org/presentationml/2006/main">
  <p:cm authorId="1" dt="2020-06-01T13:54:17.085" idx="188">
    <p:pos x="16" y="394"/>
    <p:text>This is the normal slide to insert text, videos, etc</p:text>
  </p:cm>
</p:cmLst>
</file>

<file path=ppt/comments/comment35.xml><?xml version="1.0" encoding="utf-8"?>
<p:cmLst xmlns:a="http://schemas.openxmlformats.org/drawingml/2006/main" xmlns:r="http://schemas.openxmlformats.org/officeDocument/2006/relationships" xmlns:p="http://schemas.openxmlformats.org/presentationml/2006/main">
  <p:cm authorId="1" dt="2020-06-01T13:54:17.085" idx="189">
    <p:pos x="16" y="394"/>
    <p:text>This is the normal slide to insert text, videos, etc</p:text>
  </p:cm>
</p:cmLst>
</file>

<file path=ppt/comments/comment36.xml><?xml version="1.0" encoding="utf-8"?>
<p:cmLst xmlns:a="http://schemas.openxmlformats.org/drawingml/2006/main" xmlns:r="http://schemas.openxmlformats.org/officeDocument/2006/relationships" xmlns:p="http://schemas.openxmlformats.org/presentationml/2006/main">
  <p:cm authorId="1" dt="2020-06-01T13:54:17.085" idx="190">
    <p:pos x="16" y="394"/>
    <p:text>This is the normal slide to insert text, videos, etc</p:text>
  </p:cm>
</p:cmLst>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57.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3:52:00.391"/>
    </inkml:context>
    <inkml:brush xml:id="br0">
      <inkml:brushProperty name="width" value="0.05292" units="cm"/>
      <inkml:brushProperty name="height" value="0.05292" units="cm"/>
      <inkml:brushProperty name="color" value="#FF0000"/>
    </inkml:brush>
  </inkml:definitions>
  <inkml:trace contextRef="#ctx0" brushRef="#br0">1580 8768 12 0,'0'0'0'0,"0"0"0"0,2-8 0 0,-2 8 0 0,0-1 0 0,0 1 0 0,0 0 0 0,0 0 0 15,0 5 0-15,0-5 0 0,-13 26 0 0,13-26-10 0</inkml:trace>
  <inkml:trace contextRef="#ctx0" brushRef="#br0" timeOffset="470.82">1079 9276 12 0,'-32'31'0'0,"32"-31"0"0,-26 30 0 0,-7 7 0 16,6-11 0-16,14-13 0 0,8-9 0 0,1-4 0 16,4 0 0-16,0 0 0 0,4 0 0 0,3-7 0 15,6-8 0-15,12-8 0 0,6-6 0 0,3-3 0 0,3 0 0 16,4-7 0-16,2-2 0 0,3-1 0 0,5-3 0 15,7-2 0-15,7-5 0 0,0 2 0 0,11-7 0 16,-1-7 0-16,9-6 0 0,0 3 0 16,3 1 0-16,-3 7 0 0,2-2 0 0,-4-1 0 0,-4 6 0 15,-5 6 0-15,-4-4 1 0,-4 10-1 0,-2 6 0 0,-9 1 2 16,0 4 0-16,-7 5-2 0,-3 11 0 0,-8-2 6 0,-6 3 1 16,-6 6-7-16,-9 7 0 0,-4-1 9 0,-9 8 0 15,-2-1-9 1,-6 7 0-16,-1 6 22 0,-1-4 1 0,-10 8-23 0,-14 12 0 0,-9 9 25 0,-13 12 2 15,0 1-27-15,-6 2 0 0,-3-6 25 0,0 6 1 16,-3 0-26-16,-2 2 0 0,-3-1 18 0,-2 5 1 0,0-8-19 16,-1 2 0-16,9-4 16 15,-6 0-1-15,4 0-15 0,3-2 0 0,-1 0 12 0,2-1-1 0,-1 3-11 16,5 0 0-16,1 6 7 0,0 1 0 16,2-3-7-16,8 0 0 0,0-8 4 0,7-1-1 0,3-3-3 15,5-3 0-15,12 0 1 0,3 0 0 16,6-9-1-16,7-4 0 0,5-10 0 0,5-3 0 0,7-9 0 15,3-6 0-15,5-6-1 0,8-9 1 0,6-3 0 16,5-10 0-16,13-11-1 0,6-6 0 0,7-11 1 0,4-3 0 16,5-16-2-16,14-7 1 0,14-14 1 0,3-12 0 15,16-10-4-15,2-2 2 0,13-16 2 0,5 0 0 16,-141 136-224-16</inkml:trace>
</inkml:ink>
</file>

<file path=ppt/ink/ink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70.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4:02:17.895"/>
    </inkml:context>
    <inkml:brush xml:id="br0">
      <inkml:brushProperty name="width" value="0.05292" units="cm"/>
      <inkml:brushProperty name="height" value="0.05292" units="cm"/>
      <inkml:brushProperty name="color" value="#FF0000"/>
    </inkml:brush>
  </inkml:definitions>
  <inkml:trace contextRef="#ctx0" brushRef="#br0">15243 18192 232 0,'0'0'0'0,"0"0"9"16,0 0 0-16,0 0-9 15,-5-16 0-15,5 16 11 0,-4-6 1 0,4 6-12 0,-4-2 0 0,4 2 8 16,-3-7 1-16,3 7-9 0,-2-8 0 0,2 8 8 0,-10-11 0 15,10 11-8-15,-13-15 0 0,13 15 7 0,-9-9-1 16,9 9-6-16,-19-13 0 0,19 13 8 16,-16-13 0-16,16 13-8 0,-17-15 0 0,17 15 7 0,-22-15 0 0,22 15-7 31,-23-13 0-31,23 13 6 0,-22-9 2 0,22 9-8 0,-30-8 0 0,11 5 9 0,-5 1 0 0,4-4-9 16,-1-3 0-16,-1-4 12 0,-1-2 1 0,-1 6-13 15,4 3 0-15,-3 8 12 0,3 4 0 0,-3-3-12 16,5-3 0-16,-5-2 13 0,7-1-1 0,-7 1-12 31,3 2 0-31,1 4 9 0,-1-1 1 0,1 1-10 0,4-2 0 0,-3-2 9 0,1 2 1 0,2 0-10 16,0-1 0-1,2 1 9-15,-2-2 0 0,2 0-9 0,2 0 0 0,2 0 7 0,1 0 1 0,1 2-8 0,1 0 0 16,-1 2 10-16,-1 1 1 16,3-1-11-16,1-4 0 0,2-2 12 15,-2-2 1-15,2 3-13 0,0 1 0 16,2 1 13-16,0 1 2 0,0 0-15 0,0-2 0 0,0 0 13 15,0 0 1-15,0 0-14 0,0 0 0 0,0 0 16 16,0 0 0-16,0 0-16 0,0 0 0 0,0 0 19 16,0 0 2-16,2 2-21 0,6 0 0 0,5-2 19 0,4 0 1 15,1 2-20-15,-1 0 0 0,2 1 19 0,-1-1 1 16,-1 0-20-16,0 2 0 0,5 0 19 0,-1-1 0 16,-1-1-19-16,3-2 0 0,1 0 18 0,4 2 1 15,-2 0-19-15,2 0 0 0,2 0 14 0,-3-1 0 0,1-1-14 16,2-1 0-16,2-5 11 0,5-1 0 15,-7 3-11-15,5 4 0 0,-1 5 10 0,-1 3 0 0,3-4-10 16,-4-4 0-16,1-2 8 0,1-2 0 0,-1 2-8 16,-3 2 0-16,-2 4 8 0,4 1-1 0,1-1-7 15,-1-2 0-15,3-4 9 0,-1-2 0 0,-3 3-9 16,1 1 0-16,-6 1 8 0,6 1 0 0,0 0-8 16,1 0 0-16,-1-2 8 0,-1-2 0 0,-1-2-8 15,6 1 0-15,-8-1 8 0,1-2-1 0,-1 1-7 0,4 3 0 16,2 2 7-16,-1 4 0 0,3-1-7 0,-5 3 0 15,1 0 7-15,-2 1 1 0,-1-3-8 0,3-2 0 0,0-2 6 16,0-2 2-16,-3 2-8 0,7 3 0 0,-6 1 7 16,1 2 1-16,1-4-8 0,0-4 0 0,-1-4 6 15,1-1 1-15,1 1-7 0,-1 2 0 0,0 3 7 16,-2-1 0-16,3 0-7 0,-5 2 0 0,2 0 5 0,-4 0 1 16,6 4-6-16,-4-1 0 0,1 5 4 0,-1 1 2 15,-2-2-6-15,1-1 0 0,2-2 3 0,-6-4 2 16,3 2-5-16,2 1 0 0,2 1 3 0,1 0 1 0,-1-2-4 15,0-2 0-15,-4-4 2 16,2-2 1-16,-2 3-3 0,2 4 0 0,-2 5 4 0,0 0-1 0,0 1-3 16,4-5 0-16,2-6 3 0,-1-1 2 0,1 1-5 15,2 4 0-15,-3 6 5 0,-1 1 2 0,2-3-7 16,3-4 0-16,-7-4 8 0,2-2 1 0,-4 3-9 16,2 5 0-16,4 3 10 0,-1 3 1 0,3-5-11 15,-1-3 0-15,3-2 9 0,-5-3 1 0,5-1-10 16,1 3 0-16,0 1 8 0,1 2 0 0,-1 0-8 15,2 0 0-15,-2 0 8 0,-3 0 0 0,1-2-8 16,3-2 0-16,-3 0 6 0,2 1 2 0,0 1-8 0,4 4 0 16,0 1 6-16,0 3 1 0,0-2-7 15,-1 3 0-15,-3-5 6 0,0 0 1 0,2 2-7 16,0-3 0-16,2 1 6 0,4-2-1 0,-2 0-5 16,2 2 0-16,-6 4 5 0,2-1 0 0,0-1-5 15,5-4 0-15,-8-2 4 0,3-2 0 0,1 1-4 0,1-1 0 16,-2 0 4-16,2 1-1 0,0 1-3 0,2 2 0 15,-1 2 3-15,3 1 2 0,0 1-5 0,-3 0 0 0,1-1 3 16,-2 1 1-16,-2-2-4 0,0 0 0 16,0 0 2-16,0-2 1 0,2 0-3 0,-2 5 0 0,5-1 4 15,1 3 0-15,24-3-4 0,-17-6 0 0,-10-5 3 16,1-4 1-16,0 3-4 0,1 5 0 0,5 1 2 16,-5-2 1-16,-7 4-3 0,2 4 0 0,-3 1 3 0,-1 3 0 15,0-5-3-15,0-1 0 0,1-2 2 0,3 0 2 16,-4 2-4-16,2 2 0 0,-2 0 3 0,-1-1 2 15,-1-3-5-15,2-2 0 0,1-1 4 0,-1-3 0 16,2 2-4-16,0 1 0 0,0 3 5 0,1 0-1 16,6 3-4-16,-1 3 0 0,1 3 5 0,-1 2 1 0,-11-11-6 15,7-3 0-15,-6-7 5 0,6-3 1 0,-4 10-6 16,4 1 0-16,-3 4 4 0,1 1 1 0,2-4-5 16,0-3 0-16,2-5 5 0,-2-6 1 0,-6 7-6 15,2 3 0-15,0 3 4 16,1 0 1-16,-5 2-5 0,3 2 0 0,-1 2 4 0,0 1 2 0,-7 3-6 15,2-1 0-15,-2 4 5 0,0 2-1 0,-9-9-4 16,1-2 0-16,1-6 2 0,-1-5 2 0,-7 5-4 0,0 2 0 16,-1 2 2-16,-1 4 0 0,-4-2-2 15,1 0 0-15,-1-2 2 0,1 0 1 0,-3 1-3 0,3 1 0 16,-3 0 1-16,1 2 1 0,-3-2-2 0,1 0 0 0,2-1 1 16,-4-1 1-16,0 0-2 0,-1 0 0 15,3 2 1-15,-4 0 2 0,2-2-3 0,0 0 0 0,0 0 1 16,-2 0 0-16,3 0-1 0,-3 0 0 0,0 0 1 15,0 0 0-15,0 0-1 16,0 0 0-16,0 0 1 0,0 0 0 0,0 0-1 0,0 0 0 0,0 0 0 0,0 0 2 16,0 0-2-16,0 0 0 0,0 0 0 0,0 0 0 15,0 0 0-15,0 0 0 0,-3 0 0 0,1 0 0 16,-11-2 0-16,-6 0 0 0,1-1-2 0,-1-3 2 0,-2 1 0 16,1-1 0-1,-1 0-2-15,3 3 1 0,-5-1 1 0,1 2 0 0,-2 2-4 16,0 0 0-16,-12 2 4 0,3 0 0 0,-1 0-6 15,-1 0 0-15,-4 1 6 0,1 3 0 0,1-1-8 16,2 1 0-16,-4-2 8 0,-1-1 0 0,1-3-7 16,-4 0 1-16,4 2 6 0,0 6 0 0,0 7-10 0,0 0 0 0,-4-4 10 15,2-2 0-15,-2-3-9 0,2 1 1 16,6-5 8-16,-1 3 0 0,1-1-13 0,0 0 1 16,-1 0 12-16,3-3 0 0,-1 1-15 0,-1 2 2 0,-6 0 13 15,2-1 0-15,-1 5-14 0,-4 1 2 0,8-3 12 16,5-2 0-16,-3-6-12 0,1 2-1 0,-1 0 13 15,-3 0 0-15,1 5-10 0,1-1 0 0,-6 3 10 16,2 1 0-16,0 1-8 0,1 0 1 0,-6-3 7 16,5-4 0-16,-4-2-7 0,-2-8 1 0,-20 1 6 15,13 0 0-15,5-3-5 0,-3 1 0 0,20 9 5 16,-9 4 0-16,0 3-4 0,-6 4 0 0,-33 4 4 16,16-4 0-16,6-3-3 0,6-4-1 0,5-1 4 0,-5 1 0 15,-2-4-2-15,0 0 0 0,-10 2 2 0,8 2 0 16,-2-4-2-16,0 3 1 0,4-5 1 0,0 1 0 15,-2-3-3-15,0 0 2 0,0-1 1 0,0 1 0 16,0 0-1-16,2 4 0 0,1-4 1 0,1 2 0 0,3-1-1 16,1 1 0-16,-6-4 1 0,0 1 0 0,3-5-1 15,-1 1 0-15,1 4 1 0,-1 1 0 0,0 6-3 16,1 1 1-16,-5 1 2 0,6 0 0 0,3 1-4 16,-5 1 0-16,-2-6 4 0,3-4 0 0,-1-5-7 0,1-2 1 15,-5 7 6-15,4 4 0 0,-2 6-9 0,-2 5 0 16,-2-7 9-16,6-6 0 0,-6-6-13 0,2-1 2 15,-6 3 11-15,4 1 0 0,-3 3-12 16,-3 2 1-16,2 0 11 0,3 4 0 0,1-1-12 0,-2 3 1 0,-2 0 11 16,3-1 0-16,-3-1-9 0,2 3 0 0,2-3 9 15,-1-2 0-15,1-6-8 0,2 0 2 0,-2 4 6 16,0 4 0-16,0 0-10 0,0 1-1 16,6-5 11-16,-2-1 0 0,3-3-12 0,-1-2 0 15,16 4 12-15,-3 4 0 0,-2 2-15 0,-2 2 2 16,-28-3 13-16,17-6 0 0,2-7-14 0,7-1 2 0,17 6 12 15,-6-1 0-15,-2 0-12 0,3 3-1 0,-7-5 13 16,-1 3 0-16,4 1-10 0,5-2 1 0,-7 3 9 16,3-1 0-16,3 0-8 0,-5 0 0 0,3-1 8 15,-1-1 0-15,1 1-6 0,1-3 0 0,-4 3 6 16,3 1 0-16,-1 0-4 0,3 1 0 0,-1-3 4 16,0 0 0-16,4-1-2 0,-1-2 0 0,-3 1 2 0,0-1 0 15,2 1-1-15,-1-1-1 0,1 4 2 0,0 1 0 16,-2 2 0-16,1 2 0 0,-1 0 0 0,2 2 0 15,1 0 2-15,-1 0-1 0,4-2-1 0,0 0 0 0,-1-4 2 16,1 0 1-16,2-1-3 0,2-1 0 0,3 0 6 16,-3 1 0-16,3 1-6 15,2 0 0-15,-1 4 6 0,-3 2 1 0,4 0-7 0,3 0 0 16,-3 2 6-16,2-1 0 0,9-1-6 0,1 0 0 0,-1-2 6 16,1 0 0-16,1 0-6 0,-4 0 0 0,3 2 4 0,1 0 1 15,0 0-5-15,1 0 0 0,-3-2 3 16,4 0 1-16,0 0-4 0,0 0 0 0,-1 0 4 0,3 0-1 15,0 0-3-15,-4 0 0 0,2 0 2 0,-2 0 2 0,4 0-4 16,0 0 0-16,0 0 2 0,0 0 0 0,4 3-2 16,2 1 0-16,-1 0 3 0,5 1-1 0,10 5-2 15,2-3 0-15,-3-3 1 0,2-2 1 0,-3-1-2 16,5 1 0-16,-1 0 1 0,0 4 1 0,3-1-2 16,-3 1 0-16,0 1 2 0,4 1 0 0,6-4-2 15,0-4 0-15,3-4 2 0,-1-4 0 0,1 7-2 16,-1 1 0-16,-3 5 3 0,6 6 0 0,-3-7-3 0,1 0 0 15,1-8 3-15,1 0 1 0,6-3-4 16,-6 1 0-16,6 1 3 0,-2-1 0 0,-2 2-3 16,0 2 0-16,0 2 3 0,4 2 0 0,-4 0-3 0,-1 2 0 15,1 2 2-15,2 1 2 0,-4-3-4 16,2-4 0-16,0-6 2 0,-3-1 0 0,3 1-2 0,2 2 0 0,2 6 2 16,-4 2 1-16,6-2-3 15,-6-2 0-15,2-4 1 0,2-2 0 0,-4 5-1 0,5 1 0 0,-4 3 1 16,-1 3 0-16,-2-4-1 0,2-4 0 0,0-6 1 15,-2-1 0-15,-1 5-1 0,-1-1 0 0,3 3 1 16,-3 2 1-16,6-6-2 16,-2 5 0-16,4-9 2 0,-2-1 0 0,-6 4-2 0,4 1 0 0,-5 2 2 0,3 4 2 15,4-1-4-15,2-3 0 0,-4-2 2 0,6 1 1 0,-8-1-3 16,2 0 0-16,2 5 4 0,0-1-1 16,0-2-3-16,0-2 0 0,2-1 3 0,-4-2 2 0,19-1-5 15,-8 3 0-15,-1 3 4 0,-3 4 2 0,-21-3-6 16,4 3 0-16,1-2 6 0,6 0-1 0,3 0-5 15,2 2 0-15,-2 2 6 0,0 0 1 0,-2 1-7 0,2 1 0 16,-1 0 5-16,3 0 1 0,-4-1-6 0,2 1 0 16,-2 0 5-16,2-1 2 0,1-1-7 0,-1 0 0 15,0-4 6-15,0 0 0 0,2 4-6 16,-2 2 0-16,0 2 6 0,0 3 0 0,-3-4-6 0,-1-3 0 16,1-2 5-16,1-3 2 0,26-3-7 0,-11 4 0 0,-1 0 5 15,-3 2 0-15,-22 2-5 16,2 0 0-16,2 0 7 0,2 5 0 0,3-1-7 0,2-2 0 0,0-2 6 0,-1 3 2 15,1-1-8 1,0 7 0-16,1 0 8 0,-1 4 0 0,-4-6-8 16,5 1 0-16,-3-7 8 0,1-1 1 0,3 4-9 0,-2-1 0 0,-2 5 10 15,3-1 0-15,1 4-10 16,4-4 0-16,-4 1 8 0,0-3 1 0,-2 0-9 0,2 1 0 0,0-1 8 16,-3-3 1-16,3 0-9 0,0-2 0 0,2-6 7 0,-2 2 2 15,23 2-9 1,-12 4 0-16,-2 7 8 0,1 6 1 0,-17-10-9 15,5 1 0-15,4-1 8 0,4-1 1 0,25-3-9 16,-12 1 0-16,-2-8 7 0,-9 1 1 0,-16 1-8 16,6 2 0-16,6 2 6 0,0-1 2 0,32-1-8 15,-14 0 0-15,-5-3 6 0,-4-3 1 0,-20 4-7 0,7 0 0 16,2 1 4-16,6-1 2 0,27-4-6 0,-14 1 0 16,-12-1 4-16,4-3 1 0,-27 7-5 0,6 0 0 15,5 2 3-15,1 0 2 0,21-4-5 0,-8 1 0 16,-3-3 3-16,-4-3 1 0,-16 5-4 0,1-4 0 0,8-3 5 15,-1-2-1-15,-3 10-4 0,5-3 0 0,-7 6 5 0,-2 6-1 0,0-6-4 0,0 3 0 16,0 1 5-16,-2-2 0 0,-4-2-5 16,-1-2 0-16,3-4 6 0,-5 3 0 0,-3-3-6 15,1 2 0-15,0 1 5 0,-4 1 2 16,-6 0-7-16,5 2 0 0,-9 0 7 0,1 0 0 0,3 0-7 0,-3 0 0 16,4 0 6-16,-3 0 1 15,-1 0-7-15,0 0 0 0,-1 0 7 0,1 0 1 16,-2 0-8-16,0 0 0 0,0 0 6 0,0 0 1 0,-1 0-7 0,1 0 0 0,0 0 6 15,0 0-1-15,-2 0-5 0,0 0 0 0,0 0 5 0,0 0-1 16,0 0-4-16,0 0 0 0,-2 0 2 0,0 0 2 0,-13-2-4 16,-1 0 0-16,1-3 1 0,-4-1 1 0,-3 2-2 31,-4-1 0-31,3 1 0 0,1 2 0 0,-4 0 0 16,2 0 0-16,1 1-1 0,-3-1 0 0,-7-4 1 15,1-1 0-15,-2-3-6 0,1 1 1 0,1 4 5 16,1-3 0-16,-1 6-10 0,2 4 1 0,-3-4 9 15,-1-1 0-15,-1-7-12 0,3-1 2 0,-4 2 10 16,1-1 0-16,0 5-11 0,-1 1 1 0,5 0 10 0,-1 1 0 16,2-1-11-16,-3 2 1 0,-5-2 10 15,-1 1 0-15,2-3-10 0,2 1-1 0,-1 1 11 0,-1 0 0 16,1 0-10-16,1 1 1 0,0 1 9 0,-1 2 0 0,-1 4-13 16,0 1 1-16,-2-3 12 0,3-2 0 0,1-4-12 15,-1-1 2-15,-5 3 10 0,0 4 0 0,0 5-14 16,0 1-1-16,-18 1 15 0,8-5 0 0,-1-8-13 15,4-2-1-15,18 4 14 0,-5 4 0 0,-3 4-14 0,-3-2-1 16,-29 1 15-16,14-1 0 0,4-4-16 0,-1-4 2 16,10 8 14-16,-5 0 0 0,-2 1-19 0,-1 4 1 15,16-7 18-15,-4-2 0 0,0-3-19 0,-6-3 1 16,-29 0 18-16,16 6 0 0,4 6-17 0,5 1 1 0,16-7 16 16,-5-1 0-16,-1-5-12 0,-5-3-1 15,-31-1 13-15,17 7 0 0,4 6-10 0,6 1 1 16,14-2 9-16,-3-2 0 0,-6-2-8 15,2 0 2-15,-33-3 6 0,12 5 0 0,6 5-5 0,4-3 1 0,22-2 4 0,-5-2 0 16,-4 0-4-16,-6-1 2 16,-29-3 2-16,18 1 0 0,2-1-2 0,1 2 0 0,25 2 2 15,-7 1 0-15,-6-1-1 0,0 0-1 0,-33 2 2 16,16 0 0-16,4 2-1 0,0 0 0 0,26-6 1 0,-6-2 0 0,-5-3-1 16,-2-4 1-16,-20-2 0 15,5 4 0-15,7 7-1 0,5 2 1 0,16 0 0 0,-2-3 0 0,-7 1 0 0,-3-3 0 16,1-1 0-16,4 6 0 0,-2 0 0 15,-1 4 0-15,-1-4 0 16,0 1 0-16,-2-3 0 0,0-2 0 0,9 3 0 0,1 1 0 0,-1 2 0 0,2 2 0 0,-7-1 0 16,2-1 0-16,-1-1 0 0,-3-1 0 0,2 0 0 15,3 0 0 1,-1 2 0-16,3 0 0 0,-1-2 0 0,1 0 0 16,-2 0 0-16,3 1 0 0,-6-1 0 0,1 2 0 0,-1 2 0 15,-2 1 0-15,-4-1 0 0,4-2 0 0,-2-2 0 0,3-1 1 16,-25-1-1-16,9 6 0 0,2 1 0 0,2 3 1 15,16-4-1-15,-3 0 0 16,-4 0 2-16,-4-2 1 0,-33 5-3 0,20 1 0 0,2 1 2 0,4 3 0 0,9-5-2 0,-5 1 0 16,-4-3 2-16,-1 1 1 0,3 0-3 15,-2 0 0-15,2-1 2 0,-1 1 0 0,-1 2-2 16,0 3 0-16,2 0 1 0,-3 0 0 0,20-3-1 0,-6 0 0 0,-6-3 0 16,0 1 1-16,-20 2-1 0,13 1 0 0,4 2 0 15,3 1 0-15,24-7 0 0,-7 1 0 16,-3 0 0-16,5-2 0 0,-10 0 0 0,5-2 0 0,1 0 0 15,-2-2 0-15,2 4 0 16,2 1 0-16,-2 5 0 0,4 1 0 0,4-3 0 16,-2-1 0-16,0-3 0 0,1-2 2 15,5 0-2-15,1-2 0 0,-2 0 1 0,8 1 0 0,-8-1-1 16,1 2 0-16,-1 0 2 0,0 0 1 0,-1 0-3 16,3 5 0-16,2 1 4 0,0 1-1 0,-3-1-3 15,-3-2 0-15,21-4-838 0</inkml:trace>
</inkml:ink>
</file>

<file path=ppt/ink/ink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87.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4:21:29.431"/>
    </inkml:context>
    <inkml:brush xml:id="br0">
      <inkml:brushProperty name="width" value="0.05292" units="cm"/>
      <inkml:brushProperty name="height" value="0.05292" units="cm"/>
      <inkml:brushProperty name="color" value="#FF0000"/>
    </inkml:brush>
  </inkml:definitions>
  <inkml:trace contextRef="#ctx0" brushRef="#br0">12659 11114 703 0,'0'0'0'0,"0"0"0"0,0 2 17 0,0-1 1 0,0-1-18 16,9 19 0-16,1 5 46 0,3 10 1 0,-6-6-47 0,4 1 0 0,-3-4 49 0,-6 1 2 0,5-2-51 16,1-4 0-16,1-7 21 15,-4 0 1-15,3 0-22 0,-3-7 0 0,-1-2 20 0,0-1 1 0,2-3-21 16,1 2 0-16,2 0 18 0,2 0 1 0,3-2-19 16,2-2 0-16,5-2 16 0,1 1 0 0,1-5-16 0,3-5 0 15,2-5 17-15,1-8 3 0,3-4-20 16,2-6 0-16,3-4 22 0,2-3 2 0,0-2-24 0,-2 6 0 15,-1 4 24-15,-5 3 1 0,-1 4-25 0,0-2 0 16,-8 6 24-16,1 2-1 0,-5 0-23 0,-1 5 0 16,-4 0 33-16,-5 2-1 0,-1 2-32 0,1 0 0 0,-1 8 45 15,-5 3 0-15,-2 0-45 0,2 0 0 0,0 0 49 16,1 0 1-16,-3 0-50 0,0 1 0 0,0 1 45 16,0-4 1-1,0 4-46-15,2 0 0 0,-2 0 34 0,0 0 2 16,0 4-36-16,0 1 0 0,-2 4 28 0,-3 4 2 15,-3 8-30-15,-3 7 0 0,0 2 19 0,2 5 1 0,-3 2-20 16,3 2 0-16,9-39-1332 0</inkml:trace>
  <inkml:trace contextRef="#ctx0" brushRef="#br0" timeOffset="520.41">12488 11512 564 0,'0'0'0'0,"-2"-2"0"0,-2-2 0 0,0 1 0 0,1 1 0 0,-1 2 0 0,2 0 0 16,0 0-2-16,0 0 1 0,2 0 1 0,-3 0 0 15,3 0 0-15,0 0 1 0,0 0-1 0,0 0 0 16,0 0 1-16,0 0 0 0,0 0-1 0,0 0 0 0,0 0 1 15,0 0 0-15,0 0-1 0,0 0 0 0,0 0 15 16,0 0 1-16,3 0-16 0,-3 0 0 0,4 0 29 16,2 2 0-16,3 5-29 0,4 6 0 0,0 9 35 15,2 4 1-15,-2-1-36 0,-2-5 0 16,-2 0 37-16,8 1 1 0,-4-4-38 0,-5 1 0 0,3-5 37 0,-2 0 0 16,2-1-37-16,-3-3 0 0,3-2 36 0,-4-1 1 0,1-2-37 15,-1-3 0-15,5 1 42 0,1 0 2 0,5-2-44 16,3-2 0-16,3-1 44 0,8-1 1 0,-4-5-45 15,5-6 0-15,2-8 40 0,1-5 2 0,3 1-42 16,2-3 0-16,-6 0 52 0,8 0 2 16,-2-1-54-16,2-3 0 0,2 1 54 0,1 1 1 15,-5 0-55-15,-3 1 0 0,-7 7 59 0,-3-1-1 0,0 3-58 16,-7-6 0-16,1 2 65 0,0 2 0 0,-3 0-65 16,3 1 0-16,-1 3 60 0,1-1 0 0,-3 3-60 15,-4-1 0-15,2 3 50 0,-4 1 0 0,0 5-50 16,0 1 0-16,-10 5 40 0,3-1 2 0,-6 5-42 15,4 0 0-15,-4-4 35 0,2 4 0 0,3 4-35 0,-5-4 0 0,2 0 22 16,4 3 2-16,5 3-24 16,6 3 0-16,7 8 15 0,9 5 1 0,-33-22-1604 0</inkml:trace>
</inkml:ink>
</file>

<file path=ppt/ink/ink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92.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4:24:37.693"/>
    </inkml:context>
    <inkml:brush xml:id="br0">
      <inkml:brushProperty name="width" value="0.05292" units="cm"/>
      <inkml:brushProperty name="height" value="0.05292" units="cm"/>
      <inkml:brushProperty name="color" value="#FF0000"/>
    </inkml:brush>
  </inkml:definitions>
  <inkml:trace contextRef="#ctx0" brushRef="#br0">9538 10319 12 0,'0'0'0'0,"0"0"0"0,-17-3 0 16,17 3 0-16,-33-4 0 0,14 4 0 0,0-4 0 15,-1 2 0-15,-1 2 0 0,-5 0 0 0,8 0 0 0,5 0 0 16,-4 0 0-16,0-2 0 0,4 1 0 0,2-1 0 16,-2 0 0-16,0 2 0 0,0 0 0 0,0-6 0 15,0 4 0-15,0 1 0 0,2-1 0 0,5 2 0 16,0 0 0-16,6 0 0 0,-2 0 0 0,1 0 2 0,-3 0 1 16,2 0-3-16,2 0 0 0,0 0 7 0,-4 0 1 15,1 0-8-15,3 0 0 0,0 0 15 0,0 0-1 16,0 0-14-16,3 0 0 0,1 0 25 0,-4 0 0 15,7-8-25-15,7 1 0 0,12-2 42 0,5-1 1 0,7 1-43 16,-3 2 0-16,8 1 45 0,-2 2 1 16,7-3-46-16,-1 1 0 0,3 1 40 0,2-1 1 15,6 0-41-15,2 1 0 0,9 1 41 0,3 0 1 0,3-1-42 0,-3-1 0 16,-1 3 57-16,2-3 0 0,-4-1-57 16,-6-3 0-16,-5 1 53 0,2 0 0 0,-6-1-53 15,-6 3 0-15,-7 1 42 0,-4 6 1 0,-5-5-43 0,-6 3 0 0,-4-2 34 16,-3 2-1-16,-2-1-33 0,-4 1 0 0,-7 0 36 15,-3 0 1-15,-3 0-37 16,4 0 0-16,-4 2 36 0,0 0 0 0,0 0-36 16,0 0 0-16,0 0 41 0,0 0 2 0,0 0-43 0,0 0 0 0,0 0 44 0,0 0 1 15,0 0-45-15,0 0 0 0,0 0 37 0,0 0 1 0,0 0-38 16,0 0 0-16,0 0 31 0,-4 0 1 0,1-3-32 16,3-1 0-1,-6 0 28-15,6 2 1 0,-4 0-29 0,2 2 0 16,2 0 20-16,-2 0 0 0,6 2-20 0,13-2 0 0,9-2 15 0,8 2 0 0,8 0-15 15,3 2 0-15,-45-2-1055 0</inkml:trace>
  <inkml:trace contextRef="#ctx0" brushRef="#br0" timeOffset="836.33">13490 9992 288 0,'0'0'0'0,"0"0"0"0,-4 0 0 0,4 0 13 0,-2 0 1 0,2 0-14 0,-5 0 0 16,5 0 14-16,-4 0 2 0,4 0-16 0,-11-6 0 0,11 6 16 0,-30-7 0 0,11 3-16 31,-1 0 0-31,0 3 11 0,1 1 0 0,-2 0-11 16,-1 1 0-16,2-1 11 0,-1 0 2 0,1 0-13 15,1 2 0-15,-3 0 14 0,-1 2 1 0,-3-4-15 16,4 0 0-16,-1 2 22 0,3-2 1 0,-6 4-23 0,0-3 0 15,1 1 24-15,-1 2 2 0,0-2-26 0,0 2 0 16,0-3 21-16,4 5 2 0,-1-4-23 0,-3 0 0 0,-2 1 22 16,0-1 2-16,2-2-24 0,0 0 0 0,6 0 19 15,3 0 0-15,2-2-19 0,2-1 0 0,2 3 16 16,5 0 1-16,1 0-17 0,-3 0 0 0,5 0 12 16,-3 0 0-16,-3 0-12 0,5 3 0 0,-5-3 9 0,1 0 0 15,-1 0-9-15,3 2 0 0,-1-2 8 0,1 0 1 16,-1 4-9-16,3-4 0 0,2 0 7 0,2 0 0 15,-4 0-7-15,3 0 0 0,-1 0 5 0,0 0 1 16,2 0-6-16,0 0 0 0,0 0 3 0,0 0 2 0,2 0-5 16,0 0 0-16,-1 0 2 0,3 0 1 15,0 0-3-15,13 0 0 0,11 0 2 0,3 0 1 0,7 0-3 16,-1 0 0-16,2 0 2 0,-2-4 0 0,10-1-2 16,-3 3 0-16,1 0 1 0,7 2 2 0,6 0-3 15,-4 0 0-15,8 0 1 0,3-6 1 0,-4 1-2 16,6-1 0-16,0 4 2 0,2-3 0 0,-1 3-2 15,0-4 0-15,1 4 4 0,4 2 0 0,-10 0-4 16,-1-1 0-16,-4-3 5 0,-2 0 0 0,-6 2-5 16,2-1 0-16,-13 3 6 0,0 0 0 0,-3-2-6 0,-1 0 0 15,-1 0 6-15,-3 0 1 0,-6 0-7 16,-5-3 0-16,-7 1 14 0,-2 0-1 0,-3-5-13 0,-3 5 0 16,-5 2 18-16,0 1 0 0,0 1-18 0,2 0 0 0,-2 0 23 15,0 0 2-15,0 0-25 0,0 0 0 0,0 0 26 16,0 0 1-16,0 0-27 0,0 0 0 15,0 0 29-15,0 0 1 0,-2 0-30 0,-1 0 0 0,-3 0 32 0,-1-2 0 16,-1-2-32-16,1 0 0 16,-1 2 28-16,4 1 0 0,-3-1-28 0,5 2 0 0,-3-4 27 0,5 4 1 0,-4 0-28 15,4 0 0-15,-4 0 20 16,2 0 0-16,0 0-20 0,0 0 0 0,2 0 13 0,0 0 2 0,-5 0-15 16,5 0 0-16,0 0 10 0,0 0 1 15,5 0-11-15,-1 0 0 0,7 0 8 0,6 0 0 0,11 0-8 16,6-2 0-16,-34 2-1029 0</inkml:trace>
  <inkml:trace contextRef="#ctx0" brushRef="#br0" timeOffset="1565.47">17101 10065 12 0,'0'0'0'0,"0"0"0"0,-6 0 0 0,6 0 0 0,-3 0 0 0,3 0 0 16,-4 0 0-16,4 0 0 0,-15-8 0 0,15 8 0 0,-33-7 0 0,6 1 0 15,0 0 0-15,0 1 0 0,3 1 0 0,0 2 0 0,2 0 0 0,1 1 0 16,-3-1 0-16,2 0 0 16,-6 0 0-16,0 2 0 0,2-4 0 0,-1 4 18 15,0 4 1-15,-1-4-19 0,0 0 0 0,3 0 32 0,-4 0 1 0,3 0-33 0,3-4 0 16,1 1 36-16,3-3 1 0,-1 2-37 0,-1 2 0 0,1 2 64 15,-1 2 1-15,3 2-65 0,4-4 0 0,1 2 64 16,8 0 1 0,-1-2-65-16,1 0 0 0,3 0 53 0,-4 0-1 15,3 0-52-15,1 2 0 0,-4-2 43 0,4 0 0 16,0 1-43-16,0-1 0 0,1 0 32 0,-1 0 1 0,2 0-33 16,0 0 0-16,0 0 23 0,2 0 2 0,5 0-25 15,12 0 0-15,10 0 19 0,11 0 0 0,1 0-19 16,5 0 0-16,1-1 14 0,1-3-1 0,4 2-13 0,6-2 0 0,4 4 10 15,3 0 0-15,2 0-10 0,2 0 0 0,4 4 8 0,5-2 0 16,2 0-8 0,-2-2 0-16,4 2 6 0,4-1 0 0,-6 1-6 0,2 2 0 15,-6-4 5-15,3 2 1 0,-1 0-6 0,-2 0 0 16,1-2 12-16,-7 0 1 0,1 0-13 16,-4 0 0-16,-5 0 19 0,3 0 2 0,-5 0-21 0,-3 0 0 0,-1 0 20 0,-7 0 1 0,1-2-21 15,-5 2 0 1,-8 2 21-16,-2-1 1 0,-7-2-22 0,6-1 0 0,-10-2 22 15,0 0 1-15,-5 2-23 16,-6 1 0-16,-4-1 23 0,-1 0 2 0,-6 0-25 0,1 2 0 0,-3 0 25 16,0 0-1-16,2 0-24 0,0 0 0 0,-2 0 32 15,2 0-1-15,-2 0-31 0,0 0 0 0,0 0 34 0,0 0 0 0,0-4-34 0,0 1 0 0,0-1 31 32,0 2 1-32,0-2-32 0,0-1 0 0,-2-5 27 0,-2-1 1 0,1 0-28 0,1-2 0 0,2 13-1060 31</inkml:trace>
</inkml:ink>
</file>

<file path=ppt/ink/ink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9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97.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4:27:19.058"/>
    </inkml:context>
    <inkml:brush xml:id="br0">
      <inkml:brushProperty name="width" value="0.05292" units="cm"/>
      <inkml:brushProperty name="height" value="0.05292" units="cm"/>
      <inkml:brushProperty name="color" value="#FF0000"/>
    </inkml:brush>
  </inkml:definitions>
  <inkml:trace contextRef="#ctx0" brushRef="#br0">17192 11173 489 0,'0'0'0'0,"0"0"0"16,0 0 0-16,0 0 26 0,0 0-1 0,0 0-25 15,0 0 0-15,0 0 71 0,0 0 1 0,0 0-72 16,0 0 0-16,0 0 80 0,0 0-1 0,0 0-79 16,0 0 0-16,0 0 23 0,2-3-1 0,-2 3-22 15,-2-4 0-15,2 4 32 0,-3-4 0 0,3 4-32 16,-4-5 0-16,4 5 35 0,-19-15 0 0,19 15-35 16,-24-15 0-16,24 15 23 0,-32-19 1 0,32 19-24 15,-35-17 0-15,16 6 22 0,1 2 1 0,-1 0-23 0,0 3 0 16,5-1 30-16,-5 1 1 0,2 0-31 0,2 3 0 15,0-1 33-15,4 4 0 0,4 0-33 0,-6 0 0 0,1 0 34 16,-2 0 1-16,2 0-35 0,5 0 0 0,-4 0 36 0,5 0 0 16,2 0-36-16,3 0 0 0,-3 0 32 0,0 0 1 15,2 0-33-15,-2 0 0 0,3 0 30 0,-1 0 2 16,2 0-32-16,0 0 0 0,-6 0 26 0,4 0 0 16,0 0-26-16,2 0 0 0,-1 0 24 0,-1 0 0 15,-2-2-24-15,2-3 0 0,0 1 19 16,0 2 0-16,1 0-19 0,-1 0 0 15,2 0 15-15,-4 2 2 0,4 0-17 0,4 0 0 0,-4 0 14 16,2 0 0-16,1 0-14 0,8-1 0 0,6-3 15 0,6 0 0 0,5 0-15 16,-1 1 0-16,7-1 11 0,1-2 0 0,-1 1-11 15,5 1 0-15,-2 0 9 0,8-1 0 0,-6-5-9 16,0 5 0-16,0-1 8 0,-1 1 1 0,1 1-9 16,-2 0 0-16,2 2 8 0,4 2-1 0,-2-5-7 15,-2 1 0-15,4 0 8 0,-2 1 1 0,-2-3-9 16,-2 1 0-16,-7 1 7 0,0 0 0 0,-4 0-7 0,6 1 0 15,-4-3 7-15,2 0 0 0,-4 1-7 0,-4-1 0 16,0 3 6-16,4 1 1 0,-9 0-7 0,-4 0 0 0,-3 2 8 16,-9 2-1-16,1-2-7 0,0 0 0 0,0 0 7 15,-2 0 0-15,0 0-7 16,0 0 0-16,0 0 5 0,0 0 1 0,0 0-6 0,0 0 0 0,0 0 7 16,0-2 1-16,-2-4-8 0,-3-1 0 0,-8 0 10 0,0-1 1 15,-12 1-11-15,5-1 0 0,-6 5 12 0,0-5 2 16,0 2-14-1,3 1 0-15,3-1 17 0,-1 1-1 0,3-1-16 0,-1 1 0 0,0-1 18 0,1 2 0 16,1 2-18 0,-2-1 0-16,1 1 21 0,-1 2 0 0,0-4-21 0,1 2 0 0,3 0 18 0,0 2 0 0,-2 0-18 15,4 0 0 1,-6-1 16-16,1-3-1 0,-1 4-15 0,6-4 0 0,2 2 11 0,2 2 2 0,1 0-13 16,1 0 0-16,1 2 9 0,1 2 0 0,-1-4-9 15,0 0 0-15,3 0 7 0,-3 0 0 0,4 0-7 16,0 0 0-16,1 0 6 0,-1 0 0 0,2 0-6 15,-4 0 0-15,2 0 4 0,2 0 1 0,0 0-5 16,0 0 0-16,0 0 2 0,0 0 1 0,2 2-3 16,2 0 0-16,-1-1 2 0,3 1 1 0,7 0-3 0,6 2 0 15,5-4 1 1,4 2 0-16,-2 0-1 0,0-1 0 0,-4-1 1 0,1 2 0 0,-1-2-1 0,4 4 0 0,-3 0 0 16,3-1 1-16,-8-1-1 0,6 0 0 0,-3 2 1 15,-2-2 1-15,-1 1-2 0,5-1 0 0,1 2 1 16,0 0 0-16,0-1-1 15,0 3 0-15,-1 2 1 0,-1-1 0 16,1-1-1-16,3-1 0 0,-6-1 0 0,4-2 1 0,-7 0-1 0,-2 3 0 0,-6-3 0 0,1 4 1 16,-1-1-1-16,-5-5 0 0,-2 0 0 0,-1 0 0 15,3 0 0-15,-4 2 0 0,0-2 0 0,0 0 0 0,0 0 0 16,0 2 0 0,0-2 0-16,0 0 0 0,0 2 0 0,0 0 0 0,0-1 0 0,0 1 0 0,0 0 0 31,-11 4 0-31,0 3 0 0,-6 4 0 0,-2 2 0 15,1 0 0-15,-3 0 0 0,-1 1 0 0,0 1 0 16,1 0 0-16,-1 0 0 0,7-1 1 0,-8 3-1 16,3 0 0-16,1 1 0 0,-1 2 1 0,1-5-1 15,2 2 0-15,1-1 3 0,3-1-1 0,-2-4-2 0,0 0 0 16,2 0 3-16,2-2 1 0,-6 2-4 0,6-5 0 16,-2 1 4-16,0-1 1 0,3-5-5 15,-3 7 0-15,-4-3 4 0,2 0 2 0,12-1-6 0,-3-4 0 0,2 2 8 16,-3-3 1-16,1-1-9 0,1 4 0 0,-1-2 12 15,4 0 1-15,-3 0-13 0,1-2 0 0,0 4 17 16,1-3 1-16,-1-1-18 0,2 2 0 0,-2-2 18 16,4 0 1-16,-3 0-19 0,1 0 0 0,0 0 18 0,0 0 1 15,0 0-19-15,0 0 0 0,0 0 20 0,2 0 2 16,0 0-22-16,0 0 0 0,0 0 18 0,0 0 0 16,0 0-18-16,0 0 0 0,0 0 18 0,0 0 0 15,0 0-18-15,0 0 0 0,0 0 13 0,0 0 1 0,0 0-14 16,0 0 0-16,0 0 10 0,0 0 1 0,-2-2-11 15,2-3 0-15,0 1 7 0,2-3-1 0,8-19-6 16,-1 1 0-16,-9 25-1956 0</inkml:trace>
  <inkml:trace contextRef="#ctx0" brushRef="#br0" timeOffset="2269.08">10772 4009 489 0,'0'0'0'0,"0"0"0"0,-2 0 0 0,2 0 10 0,-6 0 1 16,6 0-11-16,-4 0 0 0,4 0 23 0,-2 0-1 15,2 0-22-15,0 0 0 0,0 0 36 0,0 0 1 16,0 0-37-16,0 0 0 0,0 0 12 0,0 0 2 0,0 0-14 15,-5 0 0-15,5 0 18 0,-9 0 1 0,9 0-19 16,-19-9 0-16,19 9 13 0,-24-21 2 0,24 21-15 16,-28-20 0-16,28 20 13 0,-26-13 2 0,26 13-15 15,-25-11 0-15,25 11 11 0,-13-10 0 0,13 10-11 16,-7-11 0-16,7 11 9 0,-6-7 0 16,6 7-9-16,-7-6 0 0,7 6 7 0,-6-5 1 0,6 5-8 15,-3-8 0-15,3 8 9 0,-4-5 1 0,4 5-10 16,-4-8 0-16,4 8 13 0,-2-7 1 0,2 7-14 0,-3-10 0 15,3 10 17-15,0-7 1 0,0 7-18 16,3-8 0-16,-3 8 18 0,2-7 1 0,-2 7-19 0,6-11 0 16,-6 11 19-16,13-15 0 0,-13 15-19 15,17-17 0-15,-17 17 18 0,20-20 1 0,-20 20-19 0,26-17 0 0,-26 17 20 16,26-9 1-16,-26 9-21 0,24-11 0 16,-24 11 21-16,21-2-1 0,-21 2-20 0,22-4 0 0,-22 4 20 15,23 0 0-15,-23 0-20 0,20 6 0 0,-20-6 17 16,19 5 0-16,-19-5-17 0,20 8 0 0,-20-8 21 0,19 18 1 15,-19-18-22-15,11 24 0 0,-11-24 20 0,8 23 1 16,-8-23-21-16,5 29 0 0,-5-29 20 0,-4 34 0 16,3-14-20-16,-5 3 0 0,-1 3 17 0,-5 2 1 0,1 1-18 15,2-2 0-15,-4-1 15 0,0-2 1 0,0-2-16 16,2 8 0-16,-1-6 14 0,3 2 2 0,-2-4-16 16,2 1 0-1,-5-5 13-15,-2-3 2 0,3 2-15 0,1-4 0 0,3 0 12 0,2 0 1 16,-3 0-13-16,7 0 0 0,-3-7 11 0,2 1 1 15,3-1-12-15,-1 1 0 0,-2 4 9 0,2-3 0 0,2 1-9 16,0 0 0-16,-4-5 7 0,1 2 1 16,3 3-8-16,0-2 0 0,0-1 5 0,3 1 2 0,1 3-7 0,2-1 0 15,1 4 6-15,6-4 0 0,0 2-6 16,2 1 0-16,2-5 5 0,1 4 0 0,-1-3-5 0,2 1 0 0,-2 0 6 16,1-1 0-16,-1-1-6 15,0-1 0-15,-4-1 4 0,-2 1 1 0,2-4-5 0,-5-2 0 16,1 0 6-16,2 0 1 0,-4 0-7 15,-3 0 0-15,-2 2 8 0,0 1 1 0,2-1-9 16,-4 2 0-16,2-4 12 0,1 0 1 0,-3 0-13 16,2 0 0-16,0 0 12 0,-2 0 1 0,-2 2-13 15,0 3 0-15,2-5 11 0,-3 2 0 0,-3 8-11 0,-3-1 0 16,-8 8 10-16,2 3 0 0,-2-5-10 0,0-2 0 16,6-2 9-16,0 2 1 0,2-2-10 15,1 8 0-15,-3-10 10 0,4 4 1 0,-5 4-11 0,7-4 0 0,-1 2 10 16,-1-4 2-16,-1 4-12 0,7-4 0 0,1 0 12 15,0-3 0-15,0 3-12 0,0-4 0 0,0-1 10 16,0-4 1-16,0 3-11 0,0 1 0 0,0-2 7 0,0 5 1 16,0-4-8-16,0-1 0 0,0 0 5 0,0-2 0 15,-6 2-5-15,2-3 0 0,2 5 4 0,0-4 0 16,-3 2-4-16,-1-1 0 0,-5 1 4 0,2-4-1 16,-17 2-3-16,2 2 0 0,-10-4 2 0,-5 0 2 0,-11 0-4 15,-8 5 0-15,-11-3 2 0,-11 4 0 0,-10 7-2 16,-12 5 0-16,-23 14 2 0,-17 7 1 0,142-39-1368 15</inkml:trace>
  <inkml:trace contextRef="#ctx0" brushRef="#br0" timeOffset="21233.79">2182 9145 250 0,'0'0'0'0,"0"0"0"16,0-3 0-16,0 3 5 15,0-8 2-15,0 8-7 0,0-2 0 16,0 2 12-16,0-3 1 0,0 3-13 0,0-4 0 0,0 4 21 0,0 0 0 0,0 0-21 16,0 0 0-16,0 0 9 15,0 0 0-15,0 0-9 0,0 0 0 0,0 0 14 0,0-7-1 0,0 7-13 16,0-8 0-16,0 8 14 0,0-13 0 15,0 13-14-15,-8-11 0 0,8 11 14 0,-5-11-1 0,5 11-13 0,-2-15 0 16,2 15 15-16,-6-11-1 16,6 11-14-16,-5-13 0 0,5 13 15 0,-8-15 1 0,8 15-16 15,-5-13 0-15,5 13 15 0,-6-13 1 0,6 13-16 16,-7-11 0-16,7 11 19 0,-8-15 0 0,8 15-19 0,-11-11 0 0,11 11 22 16,-11-12-1-16,11 12-21 15,-13-9 0-15,13 9 24 0,-8-5-1 0,8 5-23 0,-7-8 0 0,7 8 23 0,-6-9-1 16,6 9-22-16,-13-4 0 0,13 4 21 0,-11-4 1 15,11 4-22-15,-7-1 0 0,7 1 18 16,-8 0 0-16,8 0-18 0,-5 0 0 0,5 0 16 0,-8 3 2 0,8-3-18 16,-7 4 0-16,7-4 17 0,-13 7 1 0,13-7-18 15,-13 8 0-15,13-8 12 0,-17 11 2 0,17-11-14 16,-19 17 0-16,19-17 11 0,-17 28 2 0,17-28-13 16,-18 24 0-16,18-24 8 0,-19 26 3 0,19-26-11 15,-13 26 0 1,13-26 9-16,-13 26 0 0,13-26-9 15,-7 26 0-15,7-26 7 0,-12 30 2 0,12-30-9 0,-13 35 0 0,8-13 7 0,-1-1 1 16,4 3-8-16,1-5 0 16,-3 1 7-16,4-1 1 0,0-2-8 0,0 1 0 15,4 1 5-15,-3-6 2 0,1 2-7 0,-2-2 0 16,0 3 4-16,0 1 2 0,0 2-6 0,0-3 0 0,4-1 4 16,-4-2 1-16,2 0-5 0,-2 0 0 0,0-3 6 15,0-1-1-15,5 4-5 0,-5 4 0 0,2 0 6 16,2 3 1-16,-4 2-7 0,2-3 0 0,3 3 6 15,-5 1 2-15,6-1-8 0,0-2 0 0,-6-1 9 16,0 0 0-16,0 1-9 0,2 2 0 0,-1-3 12 16,3 3 2-16,-4 1-14 0,0-9 0 0,0 1 14 0,-4 0 1 15,4 0-15-15,0 0 0 0,4 0 14 0,-4 0 0 16,0 2-14-16,0 3 0 0,0-1 15 0,0 1 0 0,0 6-15 16,0 0 0-16,-4 4 16 0,4-4 0 0,0 2-16 15,0 2 0-15,0 1 13 0,0 1 2 0,0-4-15 16,0 2 0-16,0-6 14 0,4 0 2 0,-4 0-16 15,0 2 0-15,0 0 14 0,-4-2-1 0,4 2-13 0,-1 0 0 16,-1 1 12-16,-4-1 1 0,2 0-13 16,2 2 0-16,-3 3 11 0,3-3 1 0,-4 2-12 15,5-6 0-15,-5-2 9 0,6 3 0 0,-6-3-9 0,1 0 0 0,-3-7 9 16,3 2 0-16,-3-4-9 0,3 2 0 0,-3 1 7 16,1-3 1-16,-4 2-8 0,-2 0 0 0,-2 0 7 15,-4-2 0-15,2-2-7 0,2 0 0 0,-1-1 7 0,6-5 1 16,-8 3-8-16,5-1 0 0,0-1 8 0,0-1 0 15,-4-1-8-15,4 2 0 16,5-1 9-16,-3 1 1 0,2-1-10 0,1-5 0 0,-3 4 11 0,4 0 0 0,1 1-11 16,-1-3 0-16,1 2 13 0,-1 0 0 0,1-1-13 15,-5 1 0-15,3 0 12 0,-3 1 2 0,2 1-14 16,1 0 0-16,-1-3 10 0,5-3 0 0,-1 0-10 16,-1 4 0-16,1-4 8 0,-1 2 1 0,4-2-9 15,-3 0 0-15,5 2 2 0,-2 0 2 0,-2-2-4 16,2 0 0-16,2 0 1 0,-4 0 1 15,3 0-2-15,1 0 0 0,0 0 0 0,0 0 0 16,0 0 0-16,0 0 0 0,0 0 0 0,0 0 0 0,0 0 0 0,0 0 0 16,0 0 0-16,0 0 0 0,0 0 0 0,1 2 0 15,3-1-1-15,-4 1 1 0,6 2 0 0,-4 0 0 0,3 1-1 16,6 5 0-16,-3 1 1 16,1 2 0-16,0-6-4 0,-7 3 1 0,6 1 3 0,-1 0 0 15,4 0-5-15,-3 2 1 0,-3 0 4 0,3 0 0 16,-3-6-7-16,1-1 0 0,2 2 7 15,-5 1 0-15,1 0-7 0,0-1 0 0,1-1 7 0,-3 2 0 16,6-1-8-16,-3 1 0 0,1-3 8 0,-6-1 0 0,7 3-9 0,-5 1 1 16,7 4 8-16,-7 2 0 0,6 0-6 0,-3-2-1 15,1 0 7-15,0 2 0 0,-1-2-7 0,3 0 1 0,-7 5 6 16,5 1 0-16,-4 1-4 0,3 1 1 0,-1 3 3 16,-2-2 0-16,-2 1-3 0,0-1 1 0,6-3 2 15,-6-1 0-15,1 1-1 0,5-1 0 0,0 1 1 31,-6 0 0-31,0-1 0 0,5 1 0 0,-5-4 0 0,2 0 0 0,-2-2 0 0,0 2 0 0,0-1 0 16,0 1 0 0,0-2 1-16,-2 2 0 0,2 9-1 0,0-1 0 0,2-1 3 15,-2 6 1-15,4 0-4 0,-2 0 0 0,-2 0 5 0,0 0 1 16,0-2-6-16,0 1 0 0,-2 0 8 0,-2-3 1 0,4-9-9 0,0-1 0 0,0 0 9 16,-2-1 1-16,2 0-10 0,0 0 0 0,0-2 9 31,0 0 1-31,0 4-10 0,0 2 0 0,-3-3 9 0,3 3 1 0,0-2-10 0,0 0 0 0,-2-2 8 15,2 2 0-15,0-10-8 16,0 3 0-16,0-3 8 0,0 1 0 16,0 0-8-16,0-3 0 0,0 1 6 0,0 2 1 15,0-1-7-15,0 1 0 0,0 1 7 0,0 1-1 16,0-3-6-16,0 3 0 0,0-1 8 0,0 1 1 16,0-3-9-16,0 1 0 0,2-1 10 0,1 3 1 0,-1-1-11 15,-2 1 0-15,4-1 12 0,-2 1 0 16,-2-3-12-16,2 1 0 0,1-1 14 0,-1 1 0 0,-2-1-14 15,6 1 0-15,-6-2 11 0,0 1 1 0,2-1-12 16,1 0 0-16,-1-1 10 0,2 1 1 0,-4-2-11 16,2 0 0-16,0 0 8 0,1 0 1 0,-3-1-9 15,0 1 0-15,2 0 7 0,4 0-1 0,-4 0-6 16,3 0 0-16,1 0 7 0,-1 0 0 0,9-2-7 16,-7 0 0-16,6-2 5 0,-6 0 1 0,5-2-6 15,1 0 0-15,0 1 4 0,-2-5 2 0,9-3-6 0,1 2 0 16,-21 9-1354-16</inkml:trace>
  <inkml:trace contextRef="#ctx0" brushRef="#br0" timeOffset="25170.29">5651 5096 12 0,'0'0'0'0,"0"0"0"0,-2 0 0 0,2 0 0 0,-5 0 0 16,5 0 0-16,-4 0 0 0,4 0 0 0,-2 0 0 15,2 0 0-15,-5 0 0 0,5 0 0 0,-2 0 0 16,2 0 0-16,-6-6 0 0,6 6 0 0,-13-6 0 0,13 6 0 16,-13-2 0-16,13 2 0 0,-20-9 0 0,20 9 0 15,-19-2 0-15,19 2 0 0,-13-5 0 0,13 5 0 16,-6-2 0-16,6 2 0 0,-13-4 0 0,13 4 0 16,-15-5 0-16,15 5 0 0,-18-2 0 0,18 2 0 15,-23 2 0-15,23-2 0 0,-20 5 1 0,20-5-1 16,-21 4 0-16,21-4 1 0,-20 0 1 0,20 0-2 15,-19 0 0-15,19 0 6 0,-18 2 0 0,18-2-6 16,-12 0 0-16,12 0 9 0,-9 0 0 0,9 0-9 0,-7 0 0 16,7 0 12-16,-6 0 0 0,6 0-12 0,-5 0 0 15,5 0 25-15,-4-6 1 0,4 6-26 0,-4-2 0 0,4 2 33 16,-4-3 1-16,4 3-34 0,-2 3 0 0,2-3 36 16,-3 0 1-16,3 0-37 0,0 0 0 15,0 0 31-15,0 0 1 0,0 0-32 0,0 0 0 16,0 0 29-16,3 2 0 0,-3-2-29 15,2 0 0-15,-2 0 25 0,8 4 1 0,-8-4-26 0,18 5 0 16,-18-5 20-16,40 2 0 0,-18-2-20 0,0 0 0 0,1 0 19 16,-3 0 0-16,-1 0-19 0,7 0 0 0,0 2 18 15,2 7 1-15,2-9-19 0,-4 0 0 0,5 0 16 16,-3-3 0-16,4-3-16 0,0 4 0 0,-6 2 14 0,2-2 1 0,-2-1-15 16,4 1 0-16,-2 2 17 0,1 2 0 0,-2-2-17 15,0 0 0-15,5 3 14 0,5-3 2 0,-3-3-16 0,3 1 0 16,2-4 16-16,6-1-1 0,-4-4-15 15,2 3 0-15,-4 1 16 0,6-2 1 0,-6 7-17 0,0-6 0 16,0 4 12-16,0 3 0 0,0-3-12 16,-1 2 0-16,-1 0 12 0,-4 2 0 0,1 0-12 0,-2 0 0 0,-2 0 16 15,-4 2 1-15,0-2-17 0,0-2 0 0,5 2 19 16,1-4 1-16,-4 4-20 0,9 4 0 0,-5-4 20 16,2 2 0-16,-1-2-20 0,2 0 0 0,5 0 17 0,-5 0 1 15,2 0-18 1,1 0 0-16,1 2 15 0,0-2 0 0,-6 5-15 0,3-1 0 0,-3 4 14 0,-1-3-1 15,1-3-13 1,1-2 0-16,1-2 13 0,-1-1-1 0,-2 1-12 0,1-2 0 0,-5 2 9 0,4 0 1 16,3 2-10-16,-1-4 0 0,-1 3 9 0,-1 1 0 0,5-4-9 15,-5 2 0-15,1 2 7 0,1 0 1 0,0 0-8 16,3 0 0-16,0-2 6 0,-3-2 2 0,3 3-8 16,2-5 0-16,-5 4 6 0,-1 2 1 0,2 0-7 15,-1 0 0-15,0 2 4 16,-3 0 2-16,1-2-6 0,1-2 0 15,3 0 4-15,-3 2 1 0,-5-5-5 0,2 1 0 0,-2 2 3 0,2-5 0 0,-4 3-3 16,2 4 0-16,-4 4 3 0,0 1 0 0,2-3-3 16,-5 4 0-16,3-5 2 0,-3 3 2 0,-1-2-4 15,6 0 0-15,-2 2 3 0,3-4 0 0,-3 1-3 16,-4 3 0-16,3-4 3 0,-1 2 0 0,-1 0-3 16,-3 2 0-16,1-4 2 0,-4 1 2 0,3 3-4 15,1-4 0-15,-10 0 2 0,4-4 0 0,0 3-2 0,2 1 0 0,-5 0 1 16,1 0 0-1,-4 0-1-15,4 1 0 0,2 3 1 0,-3-4 0 0,1 2-1 0,2 0 0 0,-6-2 2 16,5 0-1 0,-3 4-1-16,0-4 0 0,1 2 1 0,1 1 0 0,-4-1-1 0,4-2 0 15,-1-2 1-15,-1-1 0 0,4 1-1 16,0 2 0-16,2 0 1 0,4 2 0 0,-6-2-1 0,-2 0 0 0,-2 0 3 0,-1 0-1 16,-3-2-2-16,3-2 0 0,1 0 1 0,-2 4 1 15,-1-4-2-15,1 3 0 0,5 1 3 0,-5 0-1 0,2 0-2 16,1 0 0-16,-8 0 2 0,-1 0 0 0,5 0-2 15,-2 0 0-15,-1 0 3 16,1 0-1-16,-4 0-2 16,6 0 0-16,-6 0 2 0,0 0 0 0,2 0-2 15,0 0 0-15,1 0 3 0,-3 0 0 0,2 0-3 16,2 0 0-16,-4 0 2 0,0 0 0 0,0 0-2 16,0 0 0-16,0 0 3 0,0 0-1 0,0 0-2 15,0 0 0-15,0 0 2 0,0 0 0 0,0 0-2 0,0 0 0 16,0 0 3-16,0 0-1 0,0 0-2 0,0 0 0 15,0 0 1-15,0 0 1 0,0 0-2 0,0 0 0 16,0 0 1-16,0 0 2 0,0 0-3 0,0 0 0 16,0 0 1-16,0 0 0 0,0 0-1 0,0 0 0 15,0 0 0-15,0 0 1 0,-19 15-1 0,-7-4 0 0,26-11-919 16</inkml:trace>
  <inkml:trace contextRef="#ctx0" brushRef="#br0" timeOffset="32371.36">1530 8189 12 0,'0'0'0'0,"0"0"0"15,-6 0 0-15,6 0 0 0,-5 0 0 0,5 0 0 16,-2 0 0-16,2 0 0 0,-6 0 0 0,6 0 0 0,-2 0 0 15,2 0 0-15,-9 0 0 0,9 0 0 16,-8 4 0-16,8-4 0 0,-7 0 0 0,7 0 0 0,-13 0 0 0,13 0 0 16,-19 0 0-16,19 0 0 15,-13 0 0-15,13 0 4 0,-11 0 2 0,11 0-6 0,-9 0 0 0,9 0 9 16,-6 0 0-16,6 0-9 0,-7 0 0 16,7 0 16-16,-8 0 0 0,8 0-16 0,-9 0 0 0,9 0 22 0,-6 0-1 15,6 0-21-15,-7 0 0 0,7 0 18 16,-2 0 1-16,2 0-19 0,-7 0 0 0,7 0 28 0,-6 0 1 15,6 0-29-15,-4 0 0 0,4 0 32 0,-2 0 0 16,2 0-32-16,-5 0 0 0,5 0 37 0,-2 0 0 0,2 0-37 16,-4 0 0-16,4 0 44 0,4 0 1 0,-4 0-45 15,7 0 0-15,-7 0 42 0,13 0 0 0,-13 0-42 16,32 0 0-16,-32 0 39 0,34-4 2 0,-34 4-41 16,31-5 0-16,-31 5 38 0,30-4 0 0,-30 4-38 15,34 0 0-15,-34 0 30 0,33 0 2 0,-14 0-32 16,1 0 0-16,5 0 31 0,1 0 2 0,0 0-33 15,0 4 0-15,-7-4 27 0,-1 2 1 0,3-2-28 16,5 0 0-16,4 3 23 0,-3-1 2 16,5 0-25-16,-4 0 0 0,-2 0 21 0,0 0 2 0,2 1-23 15,-2-3 0-15,0 2 20 0,0 0 0 16,1 0-20-16,1 0 0 0,1 0 19 0,-1 1 2 0,4-3-21 16,0 0 0-16,-1 0 16 0,3 0 1 0,-1-3-17 15,3 3 0-15,-3 3 15 0,-1-3-1 0,2-3-14 0,3 1 0 0,-2-2 13 0,6 2 0 16,0 0-13-16,-2 2 0 0,6 0 10 0,-2-5 0 15,-2 3-10-15,2 0 0 0,1 0 12 0,-3 0-1 16,2 2-11-16,0-3 0 0,6 1 12 0,-1-4 1 0,1 4-13 16,-1-1 0-16,0 1 11 15,3 2 1-15,-5-4-12 0,1 2 0 0,-1-2 14 0,3 1-1 0,1 3-13 16,-1-4 0-16,3 2 12 0,4 0 1 0,-4 0-13 16,-2-1 0-16,-3-3 11 0,3-1 1 0,2 1-12 15,0 6 0-15,6-6 13 16,0 6 0-16,-4 0-13 0,4 0 0 0,-2 0 12 0,1 0 1 0,-4-1-13 31,4-1 0-31,1 0 11 0,0 2 1 0,0 0-12 0,1 0 0 0,-3-2 9 0,-2-2 0 0,10 1-9 0,-7 1 0 16,3-2 9-1,3-2 0-15,1 1-9 0,-7 3 0 0,3-4 7 0,-4 6 1 0,-2-5-8 0,4-1 0 16,-1 6 5 0,1-2 2-16,0 2-7 0,0-5 0 0,-4 3 5 0,4 0 0 0,3 0-5 0,-7 0 0 0,6-5 4 15,-3 1 0 1,-1 3-4-16,4 1 0 0,-2-2 2 0,-1 2 1 15,5 0-3-15,-6-3 0 0,5 1 2 16,-1 0 0-16,-2 2-2 0,0 1 0 0,5-1 1 0,-5 2 1 16,1-6-2-16,5 4 0 0,-1-3 2 0,-2-3 0 15,5 3-2-15,-3-1 0 0,-2 0 1 0,1 1 0 16,-1 3-1-16,5-4 0 0,1 5 1 0,2-1 1 0,-6 0-2 16,2 0 0-16,-1-5 2 0,-3 1 0 0,2 2-2 15,6 2 0-15,-3-3 1 0,6 3 1 0,-1-4-2 16,-2 6 0-16,-4-5 2 0,4-1 1 0,-2 4-3 15,2 2 0-15,-2 0 2 0,4 0 1 0,-2 0-3 16,-2-3 0-16,-4-3 3 0,1-1 0 0,1-1-3 16,4 6 0-16,2-3 2 0,-2 5 2 0,0-4-4 15,0 2 0-15,-4 0 2 0,0 0 0 0,0 2-2 16,4 0 0-16,2-7 2 0,-4 3 1 0,8-1-3 0,-8 1 0 16,3-3 1-16,1 1 1 0,0 0-2 0,2 3 0 15,-2-3 1-15,-1-1 1 0,-1 3-2 0,2 2 0 0,0-2 2 16,2 2 1-16,-5 1-3 0,3-1 0 0,-5 0 2 15,-1 0 0-15,-4-2-2 0,4 2 0 0,1-1 1 0,-1 1 2 16,4 0-3-16,2-4 0 0,3 3 1 0,3-1 1 16,-5 0-2-16,3 2 0 0,-4-5 1 0,-1 1 1 15,3 3-2-15,2-3 0 0,-5 2 1 0,1-1 2 16,2-3-3-16,-1 3 0 0,3 5 1 16,-4-4 0-16,0 0-1 0,3 2 0 0,3 1 0 0,-1-1 1 0,6 2-1 15,-4-4 0-15,-1 2 0 0,3 2 1 0,2 0-1 16,-6-2 0-16,4-1 0 0,4 1 1 0,-2-4-1 15,-2 1 0-15,4 3 0 0,0 2 1 0,-2 0-1 16,4-6 0-16,1 6 2 0,3 0-1 16,1 0-1-16,-2 0 0 0,-10 0 1 0,1 2 1 15,0-2-2-15,4-2 0 0,-1 2 1 0,3-4 1 0,-4 8-2 16,-2-2 0-16,2-2 2 0,-5 4-1 0,1-4-1 16,-4-4 0-16,-1 2 1 0,-2-5 0 0,0 3-1 0,-2 4 0 15,1 2 1-15,-1 2 0 0,-2-3-1 16,-3-1 0-16,-3-1 1 0,-3-3 0 0,-6 2-1 0,2 0 0 15,-5 2 1-15,-5 0 1 0,-3-4-2 0,0 2 0 16,-9 1 1-16,0 1 0 0,-2-4-1 0,-12 2 0 16,-5-2 0-16,-3 2 1 0,-5-1-1 0,-1 1 0 0,-4 0 1 15,-2 2 0-15,0 0-1 16,2-6 0-16,0 6 1 0,0-3 2 0,-2 3-3 0,-3-4 0 0,-6-2 4 0,-3-3 2 16,-8 2-6-16,-10 5 0 0,-7-6 4 15,-4 8 2-15,-11-3-6 16,-1 1 0-16,-11 2 4 0,-4 2 1 0,-5-2-5 15,-5 0 0-15,80 0-1194 0</inkml:trace>
  <inkml:trace contextRef="#ctx0" brushRef="#br0" timeOffset="33803.61">1209 8493 13 0,'0'0'0'0,"0"0"35"0,0 0 1 15,0 0-36-15,24-21 0 0,-24 21 52 0,12-19 1 16,-12 19-53-16,7-18 0 0,-7 18 21 0,8-19 1 16,-8 19-22-16,1-17 0 0,-1 17 30 15,0-13 2-15,0 13-32 0,0-16 0 0,0 16 33 0,0-26 1 0,0 26-34 16,0-21 0-16,0 21 50 0,-3-15 2 0,3 15-52 16,-11-20 0-16,11 20 62 0,-14-28 1 0,14 28-63 15,-20-24 0-15,20 24 56 0,-30-19 0 0,30 19-56 16,-20-15 0-16,20 15 48 0,-17-7 1 0,17 7-49 15,-15-4 0-15,15 4 36 0,-13-2 0 0,13 2-36 32,-11 0 0-32,11 0 29 0,-10 0 1 0,10 0-30 0,-13 4 0 15,13-4 21-15,-11 4 1 0,11-4-22 0,-11 5 0 0,11-5 21 16,-9 10-1-16,9-10-20 0,-19 22 0 16,6-5 19-16,-2 5 0 0,2 2-19 0,-2 2 0 0,6-5 18 15,1 5 1-15,3 2-19 0,-3-6 0 0,-1 6 13 16,7 2 2-16,-3-2-15 0,-3-2 0 0,6 0 10 15,-3 2 1-15,1-2-11 0,4 0 0 0,4 5 9 16,-2-3 1-16,-2 4-10 0,-2 1 0 0,-4 1 8 0,1 1 0 16,3-1-8-16,2-3 0 0,2-1 8 0,3 0 0 15,3-1-8-15,-3-1 0 0,1 0 9 0,1-2 0 0,-1 4-9 16,-1 2 0-16,3-1 11 0,-3 3 0 0,-1-1-11 16,5-1 0-16,-1-2 9 0,-1-4 1 0,-1-4-10 15,1 2 0-15,1-1 13 0,1-3-1 0,-5-3-12 16,2-2 0-16,-1-2 15 0,1 0-1 0,-1 0-14 15,-3-8 0-15,-2-1 14 0,-2-2-1 0,-1 0-13 16,3 0 0-16,0 1 16 0,0-3 1 0,0 2-17 16,0 0 0-16,0 0 19 0,0 0 1 0,-2 0-20 15,-2 1 0-15,2-3 19 0,0 2 1 0,-3 0-20 16,-1 0 0-16,-5-2 19 0,-2-2 1 0,-2-2-20 0,-4 1 0 16,-1-1 24-16,-1 0 1 0,-3-1-25 0,5-3 0 0,-1 1 27 15,-1-6 1-15,3 3-28 0,-5 1 0 0,9-2 30 0,-1 0 1 16,-2 0-31-16,-2 1 0 0,-1 1 31 15,1-4-1-15,1 2-30 0,3 3 0 0,-2 3 27 0,2-1 0 16,2-1-27-16,5 1 0 0,3 4 23 0,5-3 2 16,-2 5-25-16,-2-6 0 0,4 3 17 0,-2 3 0 0,2-4-17 15,0-2 0-15,0 6 12 0,0-2 0 0,0 0-12 16,2 1 0-16,-2-1 9 0,4 2 2 0,-2 0-11 16,0 0 0-16,1 2 6 0,5-1 2 0,5 5-8 15,0 3 0-15,4 4 6 16,0 4-1-16,1 2-5 0,1-3 0 0,-1 3 1 15,-3-6 2-15,4 6-3 0,1-4 0 0,-3 1 0 0,2 3 0 16,-1-6 0-16,-1 2 0 0,2-2 0 0,1 0 0 16,3 0 0-16,-5 0 0 0,-3 0-3 0,4-2 2 0,-6 0 1 0,2-1 0 15,-2 1-4-15,0-4 0 0,-2 1 4 0,-3-3 0 0,-3-3-4 16,-3 0 1-16,2 0 3 16,1 0 0-16,-3-4-5 0,-2 2 2 0,0 0 3 0,2 0 0 0,-2 0-4 15,0 0 2-15,0 0 2 0,0 0 0 0,0 0-2 16,0 0 0-16,0 0 2 0,4 0 0 15,-4 0-1-15,0 0 1 0,0 0 0 0,0 0 0 0,0 0 0 0,0 0 0 16,0 0 0-16,0-2 0 0,0 0 0 0,0-2 0 16,-4-3 0-16,2 1 0 0,-3 1 0 15,3-1 1-15,2 2-1 0,-4 3 0 0,4 1-1408 0</inkml:trace>
  <inkml:trace contextRef="#ctx0" brushRef="#br0" timeOffset="34437.17">1278 9157 500 0,'0'0'0'0,"0"0"17"0,0 0 1 0,0-6-18 0,0 0 0 0,0 3 13 0,0-1 1 0,0 0-14 0,-4 1 0 0,1 1 12 16,3-4 0-16,0 2-12 0,0 1 0 0,0-1 13 0,0 2-1 16,-6-2-12-16,1 3 0 0,5-1 28 0,0 0 0 15,0 0-28-15,0 0 0 0,0-2 53 0,0 1 1 16,0 1-54-16,0 0 0 0,0 0 56 16,0 2 1-16,0-4-57 0,0 3 0 0,0 1 54 0,0-4 0 15,0 4-54-15,0 0 0 0,0 0 46 0,0 4 1 16,-2-4-47-16,-4 5 0 0,2-1 35 0,1 5 1 0,-1 4-36 15,-4 9 0-15,3 5 28 0,-3 6 1 16,3 0-29-16,-1 3 0 0,1-3 21 0,3 3 2 0,-6-3-23 16,-3-1 0-16,6-2 18 0,-3-3 0 0,1 1-18 15,5-5 0-15,2-1 16 0,2-2 1 0,-4-1-17 16,-2-4 0-16,4 2 15 0,-6-4-1 0,1 0-14 16,3 0 0-16,-4 0 15 0,5 5 1 0,-5 1-16 15,4-6 0-15,-2 0 18 0,4-4 0 0,0 1-18 16,0-5 0-16,0-1 20 0,-1-4 1 0,1 4-21 0,-4-2 0 15,2-1 20-15,2 1 1 0,0-2-21 0,0 0 0 16,0 0 24-16,0 0 2 0,0 0-26 0,0 0 0 16,0 0 32-16,0 0-1 0,0 0-31 0,0 0 0 0,0 0 30 15,0 0 2-15,0 0-32 0,0 0 0 0,0 0 32 16,0 0 2-16,0 0-34 0,0 0 0 0,0 0 31 16,0 0 1-16,0 0-32 0,0 0 0 0,0 0 27 0,0 0 0 15,0 0-27-15,0 0 0 0,0 0 23 16,0 0 2-16,0 0-25 0,0 0 0 0,0 0 19 15,0 0 0-15,0 0-19 0,0 0 0 0,0 0 13 16,0 0 2-16,2 0-15 0,2 0 0 0,-3 0 10 16,5 2 1-16,0 4-11 0,1-6 0 0,6 2 7 0,-2 5 0 15,-11-7-1519-15</inkml:trace>
  <inkml:trace contextRef="#ctx0" brushRef="#br0" timeOffset="43029.28">19391 11272 124 0,'0'0'0'0,"0"0"0"0,0-4 0 0,0 4 8 15,0-4 1-15,0 4-9 0,0-3 0 0,0 3 28 0,0 0 0 16,0 0-28-16,0 0 0 0,0 0 30 0,0 0 2 16,0 0-32-1,-2 0 0-15,2 0 18 0,-13-2 1 0,13 2-19 0,-17-11 0 0,17 11 17 0,-31-10 1 0,10 3-18 16,1 3 0-16,1 1 20 0,2 1 1 0,-1 0-21 16,5 0 0-16,0 2 17 0,3 2 1 0,1-2-18 15,0-2 0-15,1-2 20 0,-1 0 0 0,1 3-20 16,-1-1 0-16,-4 2 23 0,-2-4-1 0,0 2-22 15,4 0 0-15,0 0 21 0,0 2 1 0,1 0-22 16,3 0 0-16,1 0 24 16,3 0 2-16,-1-1-26 0,0-1 0 0,0-4 32 0,3 4 0 0,1 0-32 15,-4 2 0-15,2 0 32 0,0 0-1 0,0 0-31 16,0 0 0-16,0 0 27 16,2 0 1-16,-3 0-28 0,1 0 0 0,0 0 27 15,0 0 0-15,2 0-27 0,0 0 0 0,0 0 24 0,0 0 0 0,6 0-24 0,7 2 0 16,11-2 22-1,8 0 0-15,3 0-22 0,6 0 0 0,2 0 20 0,4 0 0 0,-5 0-20 0,7 0 0 0,-4 0 17 16,1 2 1-16,3 0-18 16,-3-2 0-16,-1-2 17 0,-2-2 1 0,-4 3-18 0,0-1 0 0,-2 2 19 0,-3 0 0 15,-8-4-19 1,-4 2 0-16,-3 2 17 0,-2 2 0 16,-6-2-17-16,-4 0 0 0,-5 4 14 0,-2-4 2 0,2 0-16 15,-2 0 0-15,0 0 11 0,0 0 1 0,0 0-12 0,0 0 0 0,0 0 8 0,0 0 1 0,0 0-9 16,0 0 0-1,0 0 6-15,0 0 0 0,0 0-6 16,0 0 0-16,-2 0 3 0,0 0 0 0,0 0-3 16,-1 0 0-16,3 0-888 0</inkml:trace>
  <inkml:trace contextRef="#ctx0" brushRef="#br0" timeOffset="43629.81">21025 11218 12 0,'0'0'0'0,"-2"-2"0"0,-2 0 0 0,1 0 0 0,-1 0 0 0,0 1 0 0,-1-1 0 15,-5 2 1-15,-3-4 0 0,-3 2-1 0,-5-3 0 0,-3 3 6 0,-2 2-1 0,-2 0-5 16,5 0 0-16,-1 3 3 0,2 3-1 0,0 0-2 16,-1-3 0-16,1-3 5 0,-1 0 2 0,3 2-7 0,3 0 0 15,2 2 12-15,4 0 2 0,6-3-14 0,1-1 0 0,2 0 18 16,0 0 0-16,2 0-18 0,0 0 0 0,0 0 39 16,0 0 0-16,2 0-39 0,2 2 0 0,3 0 48 0,4 0 0 15,8 2-48-15,9 1 0 0,9 1 41 16,4 3 1-16,2-5-42 0,-8 1 0 0,1 1 47 0,-5 3 0 15,-1-3-47-15,-4-4 0 0,-1-2 45 0,-5 0 1 16,-3 0-46-16,-6 0 0 0,-2-2 45 0,-3 0 1 16,0 2-46-16,-6 0 0 0,0 0 56 0,0 0 0 15,0 0-56-15,0 0 0 0,0 0 55 0,0 0 1 0,0 0-56 16,0 0 0-16,0 0 55 0,0 0 1 16,0 0-56-16,0-6 0 0,0 3 47 15,-8 1 2-15,6 0-49 0,0 0 0 0,2 0 42 16,-2 2 1-16,2 0-43 0,2 0 0 0,-2 0 30 0,2 0 1 0,8 2-31 15,10 0 0-15,-20-2-911 0</inkml:trace>
  <inkml:trace contextRef="#ctx0" brushRef="#br0" timeOffset="44026.19">22085 11303 313 0,'0'0'0'0,"-2"-1"0"0,-1-1 0 0,-1 0 15 0,0 2 2 0,0 0-17 0,1 0 0 0,1 0 42 0,0 0-1 0,0 0-41 15,0 0 0-15,2 0 59 0,0 0 0 0,0 0-59 16,2 0 0-16,-2 0 18 0,2 0 0 0,2 0-18 15,5-2 0-15,12-2 28 0,8 1 0 0,-1-1-28 16,0 2 0-16,0 2 29 0,0-4 0 0,-2 2-29 16,-3 1 0-16,-5-3 28 0,-3 0 2 0,-2 2-30 15,-2 0 0-15,2 1 29 0,-3-1 0 0,-5 0-29 16,3 2 0-16,-4 0 44 0,-1 2-1 0,1-2-43 16,0 0 0-16,-1 2 53 0,1-2 0 0,-2 0-53 0,0 0 0 15,2 0 43-15,-1 0 0 16,1 0-43-16,0 0 0 0,0 0 37 0,-1 1 2 15,1-1-39-15,3 0 0 0,5 0 27 0,-1 0 1 0,4 2-28 0,1 0 0 0,3 2 19 16,2 0 0-16,-1-3-19 0,6-1 0 0,-26 0-946 16</inkml:trace>
  <inkml:trace contextRef="#ctx0" brushRef="#br0" timeOffset="44369.85">23378 11199 464 0,'0'0'0'0,"0"0"0"16,0 0 0-16,0 0-2 0,0 0 0 0,0 0 2 15,0 0 0-15,0 0-9 0,0 0 0 0,0 0 9 0,0 0 0 16,0 0 4-16,0 0 1 0,0 0-5 0,0 0 0 15,0 0 5-15,0 0 1 0,0 0-6 0,2 0 0 16,0 0 7-16,0 0 0 0,2 0-7 0,1 0 0 0,5-3 42 16,4 1-1-16,3-2-41 0,2 2 0 0,0-2 53 15,-1 1 1-15,3 3-54 0,-8-4 0 0,0 2 57 16,0 4 2-16,-4-2-59 0,-1 0 0 0,-5 0 54 16,1 0-1-16,0 0-53 0,-2 0 0 0,-1 0 40 0,1 0-1 15,-2 0-39-15,2 0 0 0,-2 0 25 0,2 0 0 16,0 0-25-16,0 0 0 0,0 0 17 15,0 0 1-15,1 4-18 0,1-2 0 0,-4-2-791 0</inkml:trace>
  <inkml:trace contextRef="#ctx0" brushRef="#br0" timeOffset="44837.77">24770 11231 515 0,'0'0'0'0,"0"0"0"16,0 0 0-16,0 0-2 0,0 0 2 0,0 0 0 0,4 0 0 0,-4 0-6 0,0 0 0 15,0 0 6 1,0 0 0-16,0 0 6 0,0 0 0 0,0 0-6 15,0 0 0-15,0 0 7 0,0 0 0 0,0 0-7 0,0 0 0 16,0 0 8-16,0 0 0 0,0 0-8 0,0 0 0 0,2 0 30 16,0 0 0-16,5 0-30 0,6 0 0 15,13 0 47-15,2 0 2 0,2 0-49 0,2 0 0 0,-2 0 49 16,-1-2 0-16,3-2-49 0,-2 3 0 0,-2 1 46 16,-2 0 0-16,-2 0-46 0,4-2 0 0,2-2 42 15,-4-2 1-15,0 1-43 0,-2-3 0 0,-1 3 38 0,1-3 1 16,-2-1-39-16,-1 0 0 0,-3 1 37 0,1 3 1 15,0-1-38-15,-1-3 0 0,-5 5 71 0,0-2 0 16,-2 5-71-16,-3-1 0 0,-4 0 77 0,3 2 0 0,-1 0-77 16,-3 0 0-16,-3 0 72 0,0 0 0 0,0 0-72 15,0 0 0-15,0 0 60 0,0 0 0 0,0 0-60 16,0 0 0-16,0 0 45 0,0 0 1 0,0 0-46 16,0 0 0-16,0 0 28 0,0 0 1 0,0 0-29 15,0 0 0-15,0 0-1377 0</inkml:trace>
  <inkml:trace contextRef="#ctx0" brushRef="#br0" timeOffset="48305.88">19024 11841 338 0,'0'0'0'0,"0"0"0"15,0 0 0-15,0 0 15 16,0 0 1-16,0 0-16 16,0 0 0-16,0 0 47 0,0 0 0 0,0 0-47 0,0 0 0 0,0 0 59 0,0 0 2 0,0 0-61 15,0 0 0-15,0 0 20 0,0 0 0 16,0 0-20-16,6 0 0 0,-6 0 27 0,0 0 1 0,0 0-28 15,-4 2 0-15,4-2 35 0,0 0 0 0,0 0-35 0,-10 6 0 16,10-6 29-16,-37 16 0 0,11-6-29 16,-2-1 0-16,0-3 30 0,0 1-1 0,0-1-29 15,0 1 0-15,0 0 28 0,2-1 1 0,0 0-29 0,4-1 0 16,1 3 25-16,3-5 0 16,-1 1-25-16,2-2 0 0,1-2 37 0,6 0 1 0,-3 2-38 0,6-2 0 0,1 0 43 15,2 0 1-15,3 2-44 0,-1-1 0 0,-2-1 45 16,2 0 1-16,2 2-46 0,-2 0 0 0,2-2 43 15,0 2-1 1,0-2-42-16,0 0 0 0,0 2 43 0,2 0 1 0,-2 0-44 0,6 1 0 0,-3 1 40 0,5 2 0 16,3 1-40-16,6 4 0 0,3-3 35 0,1 1 1 15,3-2-36 1,-2-1 0-16,-3 0 29 0,-4-1 0 0,4-1-29 0,5-4 0 0,6 0 25 0,1 0 1 0,5 0-26 16,3 0 0-16,6 2 25 0,1 1 0 0,6-1-25 31,2-2 0-31,-1-2 23 0,2-1-1 0,5 1-22 15,5-4 0-15,6 1 24 0,5-1-1 0,3 1-23 16,1-1 0-16,2 2 22 0,4 1 0 0,-1-3-22 16,-1-1 0-16,0-3 20 0,0 1 2 0,0 2-22 15,-4-1 0-15,-4 2 18 0,2 3 0 0,-7-1-18 16,2 0 0-16,-8 1 17 0,-3-3 0 0,-5 0-17 0,-3 1 0 16,-5 1 13-16,-3 2 0 0,-6-3-13 0,-5 1 0 15,-5 2 12-15,-4 0 0 0,-8 0-12 0,-1 2 0 16,-4-1 12-16,-5-1 1 0,-1 2-13 0,-3 0 0 0,-2 0 13 15,-2 0 2-15,5 0-15 0,-5 0 0 0,0 0 11 16,0 0 0-16,0 0-11 0,0 0 0 0,0 0 10 16,0 0 1-16,0 0-11 0,0 0 0 0,0 0 12 15,0 0 0-15,0 0-12 0,2 0 0 0,-2 0 12 0,0 0 2 16,0 0-14-16,0 0 0 0,0 0 14 0,0 0 1 16,0 0-15-16,0 0 0 0,0 0 18 0,0 0 0 15,0 0-18-15,0 0 0 0,0 0 18 0,0 0 0 16,0 0-18-16,0 0 0 0,0 0 20 0,0 0 1 15,0 0-21-15,2 0 0 0,-2 0 20 0,0 0 1 0,0 0-21 16,4 0 0-16,-4 0 16 0,0 0 2 0,0 0-18 16,0 0 0-16,0 0 14 0,0 0-1 0,0 0-13 15,0 0 0-15,-4 2 10 0,0-1 1 0,-7 7-11 16,-4 7 0-16,15-15-1813 0</inkml:trace>
  <inkml:trace contextRef="#ctx0" brushRef="#br0" timeOffset="51972.57">19246 12862 677 0,'0'0'0'0,"0"0"0"0,-15 4 0 16,15-4 15-16,-30 0-1 0,30 0-14 0,-30 2 0 15,30-2 49-15,-30 0 0 0,30 0-49 0,-22 2 0 0,22-2 60 16,-19 0-1-16,19 0-59 0,-26 4 0 0,26-4 20 16,-28 3 0-16,28-3-20 0,-28 4 0 0,28-4 25 15,-15 0 0-15,15 0-25 0,-13 0 0 0,13 0 29 16,-5 4 0-16,5-4-29 0,-4 2 0 0,4-2 26 0,-4 0 1 16,4 0-27-16,-3 0 0 0,3 0 24 0,-2 0 0 15,2 0-24-15,0 0 0 0,0 0 25 0,0 0 1 16,0 0-26-16,3 0 0 0,-3 0 24 0,4 2 2 0,-4-2-26 15,11 3 0-15,-11-3 23 0,34 0 0 0,-12 0-23 16,6 0 0-16,4 0 22 0,3 0 0 0,3-2-22 16,4-3 0-16,5-3 18 0,1 1 0 0,8 1-18 15,2 1 0-15,2-1 14 0,5 1 2 0,2 3-16 16,2-2 0-16,2 0 16 0,3 2 0 0,3-3-16 16,-3 1 0-16,1 0 13 0,-3 1 2 0,-1-1-15 15,-4 0 0-15,-3 1 12 0,-3-3 0 0,1 2-12 0,-10-1 0 16,-6 3 10-16,-5-4 1 0,-9 4-11 0,-2 0 0 15,-4 1 7-15,-4-3 1 0,-3 2-8 0,-6 2 0 16,-6-2 5-16,-3 2 0 0,0-2-5 0,-2-1 0 0,-2 1 4 16,0 2 0-16,0 0-4 15,0 0 0-15,0 0 2 0,0 0 2 0,0 0-4 0,0 0 0 0,0 0 4 16,0 0 1-16,0-2-5 0,0 0 0 0,-2-2 7 0,0 2-1 16,0 2-6-16,2-1 0 0,-4-1 9 15,3-2 0-15,-1 2-9 0,2 2 0 0,0 0 14 0,0 0-1 16,0 0-13-16,0 0 0 0,0 0 15 15,0 0 0-15,0 0-15 0,0 0 0 0,0 0 13 0,0 0-1 16,0 2-12 0,0 2 0-16,0-2 10 0,2-1 0 0,-1-1-10 0,3 2 0 0,-4 2 6 0,2-2 1 0,-2 0-7 15,0-2 0-15,2 2 3 0,0 1 2 0,-2-3-5 16,0 0 0-16,2 2 2 0,-1 0 0 0,-1-2-2 16,0 0 0-16,0 0 0 0,0 0 1 0,0 0-1 15,0 2 0-15,0-2 0 0,2 4 0 0,-2-4 0 16,0 0 0-16,0 0-1306 15</inkml:trace>
  <inkml:trace contextRef="#ctx0" brushRef="#br0" timeOffset="52996.21">22111 12818 452 0,'0'0'0'0,"0"0"0"15,0 0 0-15,0 0 4 0,0 0 2 0,0 0-6 0,0 0 0 0,0 0 11 0,0 0 1 16,0 0-12-16,0 0 0 16,0 0 16-16,0 0 0 0,0 0-16 15,0 0 0-15,0 0 9 0,0 0 1 0,0 0-10 16,-16 0 0-16,-7 0 8 0,-5 0 1 0,0 0-9 0,0 0 0 0,-1 0 11 0,-1 2 1 0,4 0-12 31,-2-1 0-31,0 3 33 0,2-2-1 0,1 0-32 0,5-2 0 0,3 2 59 0,2 1 0 0,4-3-59 31,6-3 0-31,1 1 78 0,4 2 0 0,0 0-78 0,0 0 0 16,0 0 69-16,0 0 0 0,0 0-69 0,0 0 0 16,0 0 62-16,0 0 1 0,0 0-63 0,2 0 0 0,0 2 49 0,1 1 2 0,7 1-51 15,6-2 0-15,10 4 40 0,6 1 0 0,0-3-40 16,3 1 0-16,-3-3 32 0,-4-2-1 0,2 0-31 15,3 2 0-15,3 0 24 0,-3-2-1 0,4-2-23 0,4 2 0 16,4 0 16-16,2 0 1 0,3 0-17 0,2 0 0 16,6-2 13-16,-2-3 2 0,3 3-15 15,1 0 0-15,3-4 10 0,3 4 1 0,-1 1-11 0,-4-1 0 0,6 0 9 16,-1 0 1-16,-5 0-10 0,1 2 0 0,-3-2 8 16,-3 0 0-16,-4-1-8 0,-3 1 0 0,-3-2 6 15,1 0 1-15,-2 3-7 0,-1 1 0 0,-1 0 4 16,4 0 2-16,-6 0-6 0,-4 0 0 0,-3 0 3 0,-7 0 1 15,-4 0-4-15,1 0 0 0,-5 0 4 16,-4 0-1-16,-6 0-3 16,0 0 0-16,-5 0 2 0,-4 0 1 0,0 0-3 0,0 0 0 0,0 0 0 0,0 0 1 0,-4 0-1 15,2 0 0-15,-1 0 0 0,-1 0 1 0,0 0-1 16,-1-2 0-16,-7-2 0 0,-1 0 0 0,-2 2 0 16,6 1 0-16,-2-1 0 0,2 0 0 0,-3 0 0 15,5 0 0-15,3 2 0 0,2 0 0 0,1 0 0 31,-1 2 0-31,0-2 0 0,2 0 0 0,4 2 0 0,-1 2 0 0,-3-4-1222 0</inkml:trace>
  <inkml:trace contextRef="#ctx0" brushRef="#br0" timeOffset="53738.83">24932 12781 489 0,'0'0'0'0,"-2"-2"0"0,-1 0 0 0,-1 0 12 0,0 0 0 0,1 0-12 0,-1 2 0 15,2 0 23-15,0 0-1 0,0 0-22 0,-1 0 0 16,-1 0 25-16,0 0 0 0,-2 0-25 0,5 0 0 16,-5 0 14-16,2 0 1 0,2 0-15 0,-3 0 0 0,3 0 11 15,-4 0 1-15,3 0-12 0,1 0 0 0,-6-2 24 16,1-1 0-16,-1-1-24 0,3 2 0 0,-1 2 37 16,3 0 0-16,-1 0-37 0,0 0 0 0,2 0 36 15,2 0 1-15,-4 0-37 0,3 0 0 0,-1 0 40 0,0 0 2 16,2 0-42-16,2 0 0 0,5 0 35 15,-1 0 1-15,16 2-36 0,12 0 0 0,14 0 32 0,12 1 0 16,1 1-32-16,3-2 0 0,1 0 31 0,0 0-1 16,4 0-30-16,-2-1 0 0,8 1 28 0,1 2 1 0,0 0-29 15,-1-1 0-15,1-1 25 0,-1-2 1 0,-3 2-26 16,-3 0 0-16,-1 0 24 0,-1 2 2 0,-10-2-26 16,-3-1 0-16,-9 1 32 0,-6 0-1 0,-7 0-31 15,-6-2 0-15,-9-2 30 0,-8 0 1 0,-1 2-31 16,-7 0 0-16,-1 0 29 0,-1 0 1 0,1 0-30 15,0 0 0-15,0 0 28 0,0 0 1 0,0 0-29 16,0 0 0-16,-4-2 25 0,0-1 1 0,-2-1-26 16,-3 0 0-16,0 0 22 0,0 1 2 0,-1-1-24 0,1 0 0 15,7 2 20-15,0 1 1 0,0-1-21 0,-1 0 0 16,3 0 25-16,0 2 1 0,0 0-26 16,3 2 0-16,-1-2 18 0,2 0 1 0,11 2-19 15,13 1 0-15,13 3 13 0,11 1 1 0,0-1-14 0,0-2 0 16,-52-4-1339-16</inkml:trace>
  <inkml:trace contextRef="#ctx0" brushRef="#br0" timeOffset="54270.66">28119 12755 138 0,'0'0'0'0,"0"0"0"15,-15 3 0-15,15-3-4 0,-30 0 2 0,30 0 2 16,-32 2 0-16,32-2-5 0,-35 0 2 0,35 0 3 15,-34 2 0-15,34-2 1 0,-28 0 0 0,28 0-1 0,-24 0 0 16,24 0 1-16,-20 0 1 0,20 0-2 0,-17-6 0 16,17 6 3-16,-11-1 0 0,11 1-3 0,-10 0 0 0,10 0 44 15,-5 0 1-15,5 0-45 0,-4 0 0 0,4 0 76 16,2 0 1-16,-2 0-77 0,17 0 0 0,1 0 85 16,8 0 0-16,6 0-85 0,5 1 0 0,10 3 76 0,3 2 2 15,6-1-78-15,2 1 0 0,5-2 60 0,-1-3 2 16,1 1-62-16,2 2 0 0,0 0 61 0,2-1 1 15,1 1-62-15,-1 2 0 0,2-1 57 0,-1 1 0 0,0 0-57 16,-3-1 0-16,-4 1 47 0,-1-1 1 0,-8-1-48 31,0-2 0-31,-5 0 50 0,-8-2 0 0,-2 2-50 0,-3 1 0 0,-6 1 37 0,-4 0 0 0,-5-1-37 16,-6-1 0 0,-6-2 79-16,-5 0 1 0,0 0-80 0,-2 0 0 0,0 0 89 0,0 0 2 0,0 0-91 15,0 0 0-15,-2-2 87 0,-2-1 0 16,-3-1-87-16,-8 2 0 0,-11-3 81 0,-8-1 0 0,-1 0-81 15,-4 3 0-15,-8 3 63 0,-1 0-1 0,-6 3-62 0,-6-1 0 16,-5 4 36 0,-2-1 1-16,-6 7-37 0,-3 1 0 0,76-13-1653 0</inkml:trace>
  <inkml:trace contextRef="#ctx0" brushRef="#br0" timeOffset="55005.38">19126 13644 24 0,'0'0'0'0,"0"0"0"0,-16-6 0 0,16 6 72 0,-34-7 0 0,14 3-72 0,-1 2 0 0,2 0 110 0,-3 0 0 0,3 1-110 15,3 1 0-15,-3 0 83 0,2-2 1 0,6 2-84 16,2 0 0-16,3-2 31 0,2 0 2 0,3 0-33 16,-1-2 0-16,0 3 34 0,0-1-1 0,2 2-33 15,0 0 0-15,0 0 68 0,0 0 0 0,4 0-68 16,3 0 0-16,8-2 70 0,6-2 0 0,7 0-70 16,7 3 0-16,8-1 70 0,9 0-1 0,2-2-69 0,2 0 0 15,2 1 60-15,1-1-1 0,5-2-59 16,3 5 0-16,5-5 49 0,3-1 0 0,3 1-49 0,-5 4 0 0,-4 0 46 15,0 2 0-15,-4 0-46 0,-5-2 0 0,-6-3 42 16,-4-3-1-16,-3 1-41 0,-7 3 0 0,-2-3 39 16,-5 7 1-16,-3-2-40 0,-6 0 0 0,-5 2 33 15,-6 2 2-15,-2-4-35 0,-3-2 0 16,-3 4 32-16,-5 0 0 0,2 0-32 0,-2 0 0 0,0 0 29 16,0 0 0-16,0 0-29 0,0 0 0 0,0 0 23 15,0 0 0-15,0 0-23 0,0 0 0 0,0 0 22 0,0 0-1 16,0 0-21-16,0 0 0 0,0 0 15 0,0 0 0 15,2 0-15-15,4 0 0 0,7-2 12 0,11 1-1 0,9 1-11 16,10 3 0-16,-43-3-1429 16</inkml:trace>
  <inkml:trace contextRef="#ctx0" brushRef="#br0" timeOffset="55505.96">22225 13603 766 0,'0'0'0'0,"0"0"0"0,-6 0 0 0,6 0-25 0,-7 0 1 0,7 0 24 0,-22 0 0 0,1 0-11 15,-5 2 1-15,2-2 10 0,0-2 0 0,3-2-6 0,1 0 0 16,1 1 6 0,2-1 0-16,0 0-8 0,3 1 0 0,0-1 8 0,1 0 0 0,2 2-5 0,2 0-1 15,0 1 6 1,3-1 0-16,0 0 3 0,3-2 1 0,1 4-4 0,0 0 0 0,0 0 51 0,2 0 2 15,0 0-53 1,2 0 0-16,0 0 106 0,0 0 0 0,9 4-106 16,8-2 0-16,12 0 105 0,8-1-1 0,4 1-104 15,2 0 0-15,1-2 79 0,3 0-1 0,3 0-78 0,-2 0 0 16,6 0 57-16,2 0 2 0,0 0-59 0,3 0 0 0,5 0 43 0,4 0 2 0,-1-2-45 16,6-1 0-16,3-1 30 15,6 4 0-15,-4 2-30 0,4 1 0 16,-2 3 25-16,0 0 0 0,-2-1-25 0,-4 1 0 0,-3-3 22 0,2 1 0 15,-7 2-22-15,0-1 0 0,-11 1 18 0,1 1 0 0,-2 1-18 0,-6-3 0 32,-3 1 17-32,-6 0 1 0,-6-3-18 0,-1-1 0 0,-8 0 17 0,-2 0 1 0,-3 0-18 0,-5 0 0 15,-3-1 21-15,0 1 1 0,-7 0-22 16,0-2 0-16,-4 0 27 0,-2 0 0 0,0 0-27 0,0 0 0 31,0 0 33-31,0 0 0 0,0 0-33 0,0 0 0 0,0 0 35 16,0 0 1-16,-2-2-36 0,-6-1 0 0,-3-3 33 15,-8-1-1-15,-7 3-32 0,-5 4 0 0,-9 2 23 0,-6 1 0 16,46-3-1640-16</inkml:trace>
  <inkml:trace contextRef="#ctx0" brushRef="#br0" timeOffset="56203.9">19233 14459 653 0,'0'0'0'0,"0"0"0"0,-10 0 0 0,10 0 70 0,-20 0 1 0,20 0-71 0,-19 0 0 0,19 0 92 0,-13 0 1 15,13 0-93-15,-7 0 0 0,7 0 60 0,-4 0 0 16,4 0-60-16,-2 0 0 0,2 0 34 0,0 0 0 16,0 0-34-1,0 0 0-15,0 0 20 0,0 0 0 16,0 0-20-16,26-8 0 0,4 1 33 0,11-1-1 0,0 3-32 15,6-1 0-15,3-1 37 0,6 3 1 0,3-2-38 16,1-1 0-16,1-2 42 0,3 1-1 0,1 3-41 16,0-1 0-16,6 2 41 0,4 1 0 0,-6-1-41 15,-1 0 0-15,-2 0 38 0,-3 1 2 0,-1-1-40 16,-1 2 0-16,-3 2 37 0,0 2 1 0,-12-4-38 16,-3 0 0-16,-11-1 36 0,-8-1 1 0,-2 0-37 15,-7 4 0-15,-2 2 30 0,-2 0 0 0,-3 0-30 0,-3 0 0 16,-3-2 32-16,-2 0 0 0,0 0-32 0,0 0 0 15,0 0 24-15,0 0 1 0,0 0-25 0,0 0 0 16,0 0 21-16,0 0 1 0,0 0-22 0,0 0 0 0,0 0 21 16,0 0 0-16,0 0-21 0,0 0 0 0,0 0 17 15,2 0 1-15,6 0-18 0,8 0 0 0,16 1 12 0,7 3 1 16,8 0-13-16,1 1 0 0,-48-5-1543 0</inkml:trace>
  <inkml:trace contextRef="#ctx0" brushRef="#br0" timeOffset="56704.23">22298 14336 602 0,'0'0'0'0,"0"0"0"0,-4 0 0 0,4 0 10 0,-2 0 1 0,2 0-11 0,-6 0 0 0,6 0 8 0,-1 0 0 0,1 0-8 16,0 0 0-16,0 0 7 0,0 0 0 0,0 0-7 0,1 0 0 15,-1 0 5-15,6 0 2 0,-6 0-7 0,6 4 0 0,-6-4 4 16,15 3 1-16,-15-3-5 0,31 8 0 0,-8-6 3 15,1-1 2-15,0-1-5 16,0-1 0-16,-1-3 10 0,1 0 0 0,6 0-10 16,7 3 0-16,6-3 21 0,5-2 1 0,6 1-22 0,0 1 0 0,8 0 28 15,1 1 0-15,4-1-28 0,-5 2 0 0,-3 2 32 0,-3 2 1 16,2-2-33-16,2-2 0 0,1 0 33 0,1 0 2 16,-5 2-35-16,-1 4 0 0,-5 2 32 0,-1 1 0 15,-4 0-32-15,-3 1 0 0,-7-3 36 0,-3 3 1 0,-3-3-37 16,-6-1 0-16,-1-4 51 0,-8 0-1 0,-2 0-50 15,-4 0 0-15,-7 0 64 0,-2 0 1 0,0 0-65 16,0 0 0-16,0 0 74 0,0 0 0 0,0 0-74 16,0 0 0-16,0 0 70 0,0 0 0 0,0 0-70 15,0 0 0-15,-6-2 62 0,2-1 1 0,4-1-63 16,-5 0 0-16,1 0 47 0,4 3 0 0,-2-1-47 16,-1 0 0-16,3 0 30 0,3 0-1 0,3 0-29 0,9 4 0 15,-15-2-1401-15</inkml:trace>
  <inkml:trace contextRef="#ctx0" brushRef="#br0" timeOffset="57272.41">25538 14447 515 0,'0'0'0'0,"-6"-1"0"0,-5-1 0 0,-6 2-4 0,-5 0 2 0,0 0 2 0,1 0 0 0,1 0-13 0,-1 0-1 0,3-4 14 15,-1-2 0-15,0-1-24 0,1 0 1 0,1 3 23 16,2-5 0-16,-4 1-1 0,4 1 1 0,2-1 0 15,2 5 0-15,2 1 0 0,1 2 0 0,3-4 0 0,1 2 0 0,2 0 4 16,0 0 2-16,0 2-6 16,-1 0 0-16,1 0 63 0,0 0 0 15,2 0-63-15,0 0 0 0,0 0 101 0,0 0 1 0,7 0-102 0,5 0 0 0,6-3 112 0,10-1 1 16,6 0-113 0,3 2 0-16,6 0 96 0,7 1 0 0,2-1-96 0,1 2 0 0,1 2 78 0,1-1 0 15,0 1-78-15,0 2 0 0,1 0 61 0,0 1 0 16,-2 1-61-16,0 1 0 0,2 1 61 0,-2-1 1 0,-5 3-62 31,-5-7 0-31,-6 3 57 0,1-6 0 0,-8 2-57 0,-3 1 0 0,-7 1 52 0,-2 0-1 0,-3 1-51 16,-6-5 0-16,-3 0 42 0,-5 0 0 15,-2 0-42 1,0 0 0-16,0 0 41 0,0 0 2 0,0 0-43 16,0 0 0-16,0 0 42 0,0 0 1 0,0 0-43 15,0 0 0-15,0 0 40 0,0 0 1 0,0 0-41 16,0 0 0-16,0 0 38 0,0 0 1 0,0 0-39 15,0 0 0-15,0 0 41 0,0 0 0 0,0 0-41 0,0 0 0 16,0-5 35-16,0 1 1 0,0-5-36 0,0 0 0 16,0-8 23-16,-2-2 2 0,11-7-25 0,12-2 0 0,-21 28-1816 15</inkml:trace>
  <inkml:trace contextRef="#ctx0" brushRef="#br0" timeOffset="87103.5">1666 6431 99 0,'0'0'0'0,"0"0"0"0,-6 0 0 0,6 0 7 0,-2 0 0 16,2 0-7-16,-5 0 0 0,5 0 28 0,-2 0 1 0,2 0-29 15,-4 0 0-15,4 0 45 0,0 0 0 0,0 0-45 16,0 0 0-16,0 0 17 16,0 0 0-16,0 0-17 0,0 0 0 0,0 0 24 0,0 8 2 0,0-8-26 15,-7 5 0-15,7-5 30 0,-6 13 1 0,6-13-31 16,0 10 0-16,0-10 25 0,0 3 2 0,0-3-27 15,0 6 0-15,0-6 23 0,6 0-1 16,-6 0-22-16,5 4 0 0,-5-4 18 0,8 3 1 16,-8-3-19-16,18 8 0 0,-18-8 15 15,21 11 1-15,-21-11-16 0,20 2 0 0,-20-2 11 0,26-6 0 16,-26 6-11-16,36-18 0 0,-16 3 10 0,5-4 1 0,1-1-11 0,0-3 0 0,0 1 12 16,0-4-1-16,2 0-11 15,2 2 0-15,-2-2 14 0,-2 0 1 0,-2-4-15 0,2 2 0 0,0-4 16 16,0 1 1-16,-2-1-17 0,2-1 0 15,-5-5 14-15,-1 3 2 0,3 2-16 0,-3 5 0 16,-5 5 20-16,4 8 0 0,-8-1-20 0,2 1 0 0,0 2 23 0,-5 0-1 16,-3 2-22-16,1 3 0 0,-4 6 21 0,-2-1 1 15,1 1-22-15,3 2 0 0,-4-4 23 0,0 2 1 16,0 2-24-16,-4 6 0 0,1-4 21 0,-7 3 2 16,-4 14-23-16,-7 3 0 0,-11 15 15 0,-1 8 2 0,-10 3-17 31,4 1 0-31,39-49-735 0</inkml:trace>
  <inkml:trace contextRef="#ctx0" brushRef="#br0" timeOffset="87570.42">1118 7129 531 0,'11'-19'0'0,"-11"19"17"0,8-20 1 0,5-25-18 0,0 6 0 0,-6 15 27 0,-1 7 0 0,-6 4-27 16,0 4 0-16,5 0 12 0,-3 5 2 0,-2 0-14 15,0 2 0-15,0 2 14 0,4-3 2 16,-2 1-16-16,0 0 0 0,1 2 13 0,-3 0 0 0,2 2-13 16,6 3 0-16,1 1 16 0,0 7-1 0,10 2-15 15,0 5 0-15,-1 3 13 0,3 4 0 0,-3-2-13 16,3-5 0-16,-1 4 10 0,-1-5 0 0,0-4-10 15,-1 1 0-15,1-3 5 0,1 2 1 0,-1-3-6 0,0-5 0 16,-4-1 1-16,3-6 1 0,1 0-2 0,1-6 0 16,6 0 0-16,-1-3 1 0,1-8-1 15,2-1 0-15,9-5 0 0,2-6 1 0,-2-9-1 0,2-6 0 0,6-14 1 16,-6-7 0-16,6 0-1 0,-4 7 0 0,-2-5 5 16,2 5 0-16,-2 3-5 0,-5-3 0 15,-3 0 6-15,3 4 0 0,-4 4-6 0,-2 5 0 0,-4 8 11 0,-4 7 0 16,5 8-11-16,-3-2 0 0,2 5 23 15,0 4-1-15,-7 2-22 0,0-3 0 16,-4 1 31-16,0-4 1 0,-2 8-32 0,2 2 0 0,-3 5 31 0,1 4 2 16,-4 4-33-16,6-2 0 0,-7 3 28 0,1 4 1 0,1 8-29 15,1 7 0-15,-1 8 19 0,-3 7 1 0,-5 6-20 16,-5 5 0-16,5-50-832 0</inkml:trace>
  <inkml:trace contextRef="#ctx0" brushRef="#br0" timeOffset="90156.93">1703 13236 539 0,'0'0'0'0,"0"0"0"0,0 0 0 16,0 0 11-16,0 0 2 0,0 0-13 0,0 0 0 0,0 0 63 15,0 4 1-15,0-4-64 0,0 0 0 0,0 0 91 16,0 0-1-16,0 0-90 0,0 0 0 0,0 0 18 0,2-2 0 0,-2 2-18 16,5-13 0-16,-5 13 37 15,2-26 2-15,-2 26-39 0,12-30 0 0,-12 30 46 0,0-26 0 0,0 26-46 16,7-26 0-16,-7 26 29 0,-6-20 1 0,6 20-30 16,-5-24 0-16,5 24 29 0,-10-30 0 0,10 30-29 15,-13-30 0-15,13 30 28 0,-13-30 0 0,13 30-28 16,-11-26 0-16,11 26 24 0,-20-18 1 0,20 18-25 15,-17-19 0-15,17 19 20 0,-15-9 0 0,15 9-20 16,-13-6 0-16,13 6 17 0,-15-5 0 0,15 5-17 0,-17-2 0 16,17 2 16-16,-20 7 0 0,20-7-16 0,-19 6 0 0,19-6 15 15,-18 7 0-15,18-7-15 0,-15 8 0 0,15-8 11 16,-12 7 0-16,12-7-11 0,-14 19 0 0,14-19 8 16,-17 28 1-16,17-28-9 15,-15 29 0-15,15-29 7 0,-13 36-1 0,5-18-6 0,-1 1 0 0,2 3 5 0,-1 4-1 16,3 0-4-1,-7 2 0-15,9 0 4 0,-7 2-1 0,3 0-3 0,5-2 0 0,-5-2 1 0,1 0 1 16,0 0-2 0,6 2 0-16,2 1 1 0,2 1 2 0,2 0-3 0,-5 3 0 0,5-3 0 15,-4-2 1-15,5 0-1 0,5-2 0 16,-7-5 0-16,3-5 0 0,-1 3 0 0,4 1 0 0,-3 6 0 0,3-3 0 0,-4 3 0 16,4 2 0-16,-3-2 0 0,1 4 0 15,1 1 0-15,-5 3 0 0,-1-1 0 0,1 2 0 0,1-3 0 16,0 0 0-16,1-3 0 0,-1 1 0 0,-4 0 0 15,1 2 0-15,-3-1 0 0,0 1 0 0,2 0 0 16,-2 1 0-16,0 2 0 0,0 4 0 0,0-1 0 16,-2-3 0-16,-7-3 0 0,2-5 1 0,5 5-1 0,-6 0 0 15,3-2 2-15,-1-1 0 0,0 3-2 0,1 1 0 16,-3 1 5-16,-3-1-1 0,2 1-4 0,3 1 0 16,1 2 6-16,-3 2 0 0,1-3-6 0,-4-3 0 0,3-5 8 15,-3-2-1 1,4-3-7-16,-5-3 0 0,3-3 10 0,2-4 2 15,-3 2-12-15,3-2 0 0,-1 0 10 0,3-2 1 0,-3-4-11 16,3-1 0-16,-1-1 12 0,4-1 1 0,-3 2-13 0,-3-1 0 0,-3 1 10 0,4-2 0 16,-1-2-10-1,3-1 0-15,-1 1 9 0,0 0 1 0,5-2-10 0,-5 0 0 0,6 0 9 0,-2 0 1 16,-2 0-10 0,2 0 0-16,2 0 8 0,-3 0 0 0,1 4-8 0,2-4 0 0,-2 0 8 15,-2 0-1-15,2 0-7 0,2 0 0 16,0 0 6-16,0 0 1 0,0 0-7 0,0 0 0 0,0 0 4 0,2 0 2 0,4 0-6 15,-1-4 0-15,7 0 3 16,3-1 1-16,5 1-4 0,4 0 0 0,-3 3 2 0,-3-1 1 0,-5 2-3 16,2 2 0-16,-5 1 0 0,-8 3 1 15,-1 3-1-15,5-1 0 16,-2 3-1-16,1 2 1 0,-3 7 0 0,0 3 0 0,4 12-3 0,1 4 1 0,-3-2 2 16,3 2 0-1,-5 0-8-15,2-2 1 0,1 4 7 0,-3 0 0 0,6 4-8 16,3 0 0-16,-4 1 8 0,-5 3 0 15,8 1-6-15,-9 7-1 0,5 3 7 0,1-1 0 0,-1 3-5 0,0-4 1 0,-4 5 4 0,3 2 0 0,-3 2-3 32,2 0 0-32,-4-4 3 0,0-1 0 0,0-5-2 0,0-1 0 15,0 0 2-15,-4-2 0 0,2 2-2 16,-3-2 0-16,3-6 2 0,2 4 0 0,0-6-1 16,0 1 0-16,2-2 1 0,1-4 0 0,-1 1-1 0,-2 1 0 15,6-6 1-15,-4-5 0 0,3-10-1 0,1-1 1 16,-1-1 0-16,3 3 0 0,-8 3 0 0,7 0 0 15,-5-2 0-15,7-4 0 0,-1-5 0 0,5-2 0 16,-6-2 0-16,5 1 0 0,-3-1 0 0,2 0 1 0,2 0-1 16,0 2 0-16,0 2 3 0,0 0 1 0,0-2-4 15,4 2 0-15,-8-2 5 0,4 0 2 0,-1-2-7 16,-1-4 0-16,-4-5 10 0,-1-2 1 0,1 0-11 16,3 2 0-16,1-2 12 0,2 0-1 0,5 0-11 15,1 0 0-15,2-2 13 0,3-3 1 0,-2-1-14 16,2-1 0-16,2-1 14 0,1-1 1 0,-3-6-15 15,-4-4 0-15,4-1 14 0,-9-4 2 0,2 0-16 16,0 3 0-16,0 1 13 0,-2 1-1 0,-2-1-12 0,-8-5 0 16,1-3 9-16,-12 1 1 0,6 27-1405 0</inkml:trace>
</inkml:ink>
</file>

<file path=ppt/ink/ink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06.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4:35:16.99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definitions>
  <inkml:trace contextRef="#ctx0" brushRef="#br0">2653 10007 351 0,'0'0'0'0,"0"0"0"15,0-2 0-15,0 2 19 0,0-6 1 0,0 6-20 0,0-3 0 0,0 3 54 16,0-4 1-16,0 4-55 16,0 0 0-16,0 0 65 0,0 0 1 0,0 0-66 0,0 0 0 0,0 0 21 15,0 0 1-15,0 0-22 0,-7 0 0 16,7 0 28-16,-21 0 1 0,-1 0-29 0,0 0 0 0,-10 0 24 16,-2 0 0-16,3 0-24 0,1 0 0 0,8 0 19 15,-1 0 0-15,3 0-19 16,-6 0 0-16,0 6 20 0,-2 1-1 0,0-3-19 15,5 1 0-15,5-1 15 0,-3-4 1 0,3 0-16 0,-1 0 0 0,6 0 16 0,0 4 1 16,0-4-17 0,5 0 0-16,-3 0 15 0,4 0 2 0,-5 2-17 0,3-1 0 0,-2 1 15 0,-2 0-1 0,5-2-14 31,-3 0 0-31,4 2 15 0,3 0 1 0,2-2-16 0,0 0 0 16,2 0 15-16,-3 0 1 0,3 0-16 15,0 0 0-15,0 0 15 0,0 0-1 0,3 0-14 16,-3 0 0-16,4 0 14 0,0 0-1 0,14 0-13 15,5 0 0-15,14 0 11 0,6 0 2 0,0-4-13 16,2 2 0-16,-1-1 11 0,7 1 0 0,-1-2-11 0,-2-5 0 16,3-1 10-16,1 3 1 0,0-4-11 0,2 9 0 15,-6-7 11-15,1 5-1 0,-3 0-10 0,-1 2 0 0,0-5 13 16,2 1 1-16,-10-1-14 0,4 1 0 0,-4 6 23 16,-3-5 2-16,-3 1-25 0,1 0 0 0,-6 1 29 15,0 1 0-15,-5-2-29 0,-3 2 0 0,-5 0 30 16,-2 0 1-16,-3 1-31 0,-3 1 0 0,-3 0 27 0,-2 0 0 15,0 0-27-15,0 0 0 0,0 0 23 0,0 0 2 16,-2 0-25-16,-1 0 0 0,-1 0 17 0,-5 0 0 16,-4 0-17-16,-4 1 0 0,-11 3 12 0,-2 2 0 15,-2-3-12-15,1 5 0 0,5-1 9 0,-4 3 1 16,2-1-10-16,2 4 0 0,26-13-1170 0</inkml:trace>
  <inkml:trace contextRef="#ctx0" brushRef="#br0" timeOffset="920.97">2640 10074 300 0,'0'0'0'0,"0"-2"0"0,0 0 0 0,0-2-13 0,0 3 0 0,0 1 13 0,0-2 0 16,0 2-19-16,0-6 1 0,0 4 18 0,0 2 0 0,0-2-3 15,0 2 1-15,0 0 2 16,0 0 0-16,0 0-2 0,0 0-1 0,0 0 3 0,0 0 0 0,0 0-2 0,0 0 1 16,0 0 1-16,0 0 0 15,0 0 9-15,0 0 0 0,0 0-9 0,0 0 0 0,0 0 36 16,0 0 1-16,0 0-37 0,0 0 0 0,0 0 64 0,0 0 1 16,0 0-65-16,0 0 0 0,0 0 65 0,0 0 0 15,0 0-65-15,0 0 0 0,0 0 56 0,0 0 1 0,0 0-57 16,0 2 0-16,0 0 48 0,0 6-1 0,-2 8-47 15,-3 10 0-15,-1 10 38 0,-1 6 1 0,1 1-39 16,-1-2 0-16,-4-2 37 0,1 0 0 0,-1 2-37 16,-2-2 0-16,2-3 33 0,-4-3-1 0,4 2-32 15,3 3 0-15,1-1 31 0,3 0 0 0,2 2-31 16,-3-5 0-16,3-1 41 0,-4-3 1 0,1-2-42 16,-1 0 0-16,2-2 43 0,1-4 0 15,-3-1-43-15,0-3 0 0,-1-3 45 0,-1-2 0 0,3-2-45 16,3-2 0-16,2-1 53 0,0-2 0 15,0-1-53-15,0 1 0 0,0 1 52 0,0-5 2 0,-4 0-54 16,2 0 0-16,-3 0 54 0,5-1 0 0,0 1-54 16,0 0 0-16,0 0 43 0,0 0 0 0,0 0-43 0,0 0 0 0,0-1 40 15,0 1 0-15,-2-2-40 16,-2 0 0-16,2 0 35 0,1 0 0 0,-5 0-35 0,0 2 0 0,-1-2 31 0,1 0 1 16,1 0-32-16,-3-2 0 0,-3 2 23 0,2 0 2 0,-4 0-25 15,-4 0 0-15,2-3 17 16,4-1 1-16,-4 0-18 0,-4 0 0 0,8 3 12 0,-4-1 0 0,2 0-12 15,-4 0 0-15,8 2 9 0,-4 2 0 16,0 0-9-16,0 0 0 0,-4-2 7 0,8 0 0 0,-6 1-7 16,6 1 0-16,-4 0 4 0,1 2 1 0,3 0-5 15,-2-1 0-15,0 1 2 0,3 0 0 0,1-1-2 16,1-1 0-16,4 0 0 0,-1 0 1 0,1 2-1 16,2-4 0-16,-6 0 0 0,6 0 0 0,0 0 0 0,0 0 0 15,0 0 0-15,0 0 0 0,6 0 0 0,1 2 0 16,12-2 0-1,7 0 0-15,0 0 0 0,13 0 0 0,-2-2-1 0,10-4 1 0,0 2 0 0,-3 1 0 0,1-1-1 16,4 0 0 0,-7-1 1-16,1 1 0 0,-6-2-1 0,-1 3 0 15,1-1 1-15,-5 2 0 0,-6-3-3 0,0 3 2 0,-2-2 1 16,-3 2 0-16,-6-2-1 0,1 3 0 0,-3-3 1 16,-1 2 0-16,-11-2-1 0,5 0 1 0,-6 3 0 15,2-1 0-15,2 2 0 0,-2 0 0 0,-2 0 0 16,0 0 0-16,0 0 0 0,0 0 0 0,0 0 0 0,0 0 0 0,0 0 0 15,0 0 0-15,0 0 0 0,0-2 0 0,0-2 0 0,0 0 0 0,-6 4 0 16,4-3 0-16,-2 1 0 16,2 0 1-16,2 0-1 15,0 0 0-15,-1 0 1 0,-3 2 1 0,4-3-2 16,0 3 0-16,0 0 3 0,0 0 0 0,0 0-3 16,0 0 0-16,0 0 2 0,0 0 2 0,0 0-4 15,0 3 0-15,0-3 2 0,0 0 0 0,0 2-2 16,0 0 0-16,0 0 1 0,0 0 1 0,0 0-2 0,0 1 0 15,0-3-1577-15</inkml:trace>
  <inkml:trace contextRef="#ctx0" brushRef="#br0" timeOffset="2235.25">3175 10210 288 0,'0'0'0'0,"0"0"0"0,0 0 0 0,0 0 17 16,0 0 1-16,0 0-18 0,0 0 0 0,0 0 34 16,0 0 2-16,0 0-36 0,0 0 0 15,0 0 37-15,0 0 0 0,0 0-37 0,0 0 0 0,0 0 21 16,0 0-1-16,0 0-20 15,0-4 0-15,0-2 18 0,0-1 0 0,2-2-18 0,2-1 0 0,-3-3 23 16,5 0 1-16,-6 4-24 0,2-2 0 16,2 1 30-16,-4 3 0 0,1 3-30 0,3-1 0 0,-4 1 36 0,0 2 1 15,0 0-37-15,0-3 0 0,0 3 34 0,0 0 1 16,0-2-35-16,0 1 0 0,0 1 31 0,0 0 2 0,0-2-33 16,0 0 0-16,0 3 32 0,0-1 2 0,-4-4-34 15,3 4 0-15,-5 0 30 0,6 0 2 0,0 1-32 16,0 1 0-16,0-4 32 0,0 2 1 0,0 0-33 15,0 0 0-15,0 0 30 0,0 1 2 0,0 1-32 16,0 0 0-16,0 0 25 0,0 0 2 0,0 0-27 16,0 0 0-16,0 0 22 0,0 0-1 0,0 0-21 15,0 0 0-15,0 0 17 0,0 0 1 0,0 0-18 0,0 0 0 16,0 0 14-16,0 0 1 0,0 0-15 0,0 0 0 16,0 0 12-16,0 0 2 0,0 0-14 0,0 0 0 0,0 0 10 15,0 0 0-15,0 0-10 16,0 0 0-16,0 0 9 0,0 0 1 0,0 0-10 0,0 0 0 0,0 0 9 15,0 0 0-15,0 0-9 0,0 0 0 0,0 0 10 16,0 0 1-16,0 0-11 0,0 0 0 0,0 0 10 0,0 0 2 16,0 0-12-16,0 1 0 15,-7 1 10-15,1 0 1 0,4 2-11 0,-3 1 0 0,1 7 11 16,0 1 2-16,-7 7-13 0,-2 4 0 0,2 8 8 0,-2 0 3 0,0 5-11 16,3-2 0-16,-1-1 9 0,-2-1 1 0,0 1-10 15,0-1 0-15,-6 1 9 0,4 1 0 0,-1-7-9 16,3 2 0-16,3 1 10 0,-1 1 1 0,4 1-11 15,-4 1 0-15,3-3 12 0,-3 7 1 0,3-7-13 16,-3-5 0-16,2-2 13 0,3-1 2 0,-1-5-15 16,1-1 0-16,1-6 14 0,-1 0 2 15,4-1-16-15,-1-5 0 0,1-1 18 16,2 0 1-16,-2-4-19 0,-2 2 0 0,2 0 26 0,2-1 0 16,0-1-26-16,0 2 0 0,0-2 27 0,0 2 1 15,0-2-28-15,0 0 0 0,0 0 33 0,0 0 1 0,0 0-34 0,0 0 0 16,0 0 35-16,0 0 1 0,0 0-36 15,0 0 0-15,0 0 32 0,0 2 1 0,0-2-33 16,0 0 0-16,0 0 28 0,0 0 0 0,0 0-28 0,0 0 0 0,0 0 21 16,0 0 2-16,0 0-23 0,0 0 0 0,0 0 18 15,0 0 0-15,0 0-18 16,0 0 0-16,0 0 14 0,0 2 2 0,2-2-16 16,4 0 0-16,-1 2 11 0,3 0 0 0,8-1-11 15,1 1 0-15,2 0 10 0,5-2 0 0,-3 0-10 0,3 0 0 16,-4 0 9-16,6 0 2 0,-7-2-11 15,0 0 0-15,-6 2 7 0,0 2 1 0,0-2-8 0,-6-2 0 16,4 1 7-16,-9 1 0 0,4 0-7 0,5 0 0 0,-9 0 4 16,4 0 2-16,-1 0-6 0,-3 0 0 0,4 0 4 15,-6 0 1-15,1 0-5 0,3 0 0 0,-2 0 3 0,-2 0 1 16,0 0-4-16,0 0 0 0,0 0 2 0,0 0 1 16,0 0-3-16,0 0 0 0,0 0 2 0,0 0 2 15,0 0-4-15,0 0 0 0,0 0 3 16,0 0 0-16,0 0-3 0,0 0 0 0,0 0 4 0,0 0 0 0,0 0-4 15,0 0 0-15,0 0 4 0,0 0-1 0,0 0-3 16,0 0 0-16,0 0 3 0,0 0 1 0,0 0-4 16,0 0 0-16,0 0 2 0,0 0 1 15,0 0-3-15,0 0 0 0,0 0-1708 0</inkml:trace>
  <inkml:trace contextRef="#ctx0" brushRef="#br0" timeOffset="3162.68">3568 10381 515 0,'0'0'0'0,"0"0"0"0,0 0 0 0,0 0 1 0,0 0 0 0,0 0-1 0,0-2 0 0,0-2 13 0,0 0 2 0,2 3-15 0,2-1 0 0,-4 0 23 0,0-2 2 16,0 4-25-16,2-2 0 0,1-1 11 0,-1-1 1 15,-2 0-12-15,2-1 0 0,2 5 13 0,-4-8 2 16,2 3-15-16,1-5 0 0,-1 5 21 0,4 1 0 16,-4-5-21-16,3-1 0 0,-3-1 28 0,2 0 2 0,-4 0-30 15,5 0 0-15,-3 0 29 0,4 1 1 0,-1 1-30 16,-5 0 0-16,0 1 38 0,0 3 1 0,0 1-39 16,0 0 0-16,0 2 42 0,0 0 1 0,0 1-43 15,0 1 0-15,0-4 47 0,0 2 0 0,0 0-47 16,0 2 0-16,0 0 40 0,0 0 1 0,0 0-41 15,-5 0 0-15,-3 0 34 0,-1 2 1 0,5 0-35 16,-5 2 0-16,0-3 28 0,-2 5 1 0,-2 3-29 16,-2 4 0-16,2 4 27 0,-4 2 1 0,4-1-28 0,5 3 0 15,-5-1 24-15,0 4 1 0,2 1-25 16,2-3 0-16,-2 0 22 0,-1 2 1 0,3-3-23 0,3-3 0 0,-1-3 18 16,1-2 1-16,-1 6-19 0,1 0 0 0,-5 3 15 15,4 0 1-15,-1-1-16 0,3 3 0 0,5-6 20 16,-2 1 0-16,-2 0-20 0,4 1 0 0,4-1 22 0,-2-4 0 15,-2-2-22-15,5 0 0 0,-3-2 29 0,4-4 1 16,-2 1-30-16,-3-1 0 0,5 2 29 0,3-3 1 16,1 2-30-16,-7-1 0 0,3-1 27 0,1-1 0 15,3-3-27-15,-3 2 0 0,1-1 29 0,3 3 0 16,-4 0-29-16,4-1 0 0,-3-1 28 0,-6-2 1 0,5-2-29 16,2 0 0-16,-5 0 29 0,6 0-1 0,-3 0-28 15,0-2 0-15,-1-2 22 0,1 0 0 0,5 1-22 31,-3-1 0-31,2-2 23 0,-3-3 0 0,5-2-23 0,-2-2 0 0,2-6 24 16,2 1 1-16,-4-5-25 0,2-1 0 0,2 0 21 0,-4 0 2 16,-3-2-23-16,3-2 0 0,2-4 21 0,0-1 0 15,-2 3-21-15,-4 6 0 0,1 3 23 0,-1 5-1 0,1-1-22 16,1-4 0-16,-5 3 19 0,1-1 0 0,1-1-19 16,0-1 0-16,-6 5 14 15,1-9 0-15,-1 7-14 0,-1-1 0 0,-5-1 10 0,-1-1 2 0,-5 3-12 16,5 1 0-16,1 0 7 0,-1 6 1 0,-1-2-8 15,-3 0 0-15,6 5 6 0,3 3 1 0,-6-1-7 16,-3 1 0-16,-2 1 2 0,0 0 1 0,-2 1-3 0,2 1 0 16,0 0 1-16,2 0 2 0,0 0-3 0,3 2 0 0,3 0 0 15,3 2 1-15,-4 0-1 0,4 0 0 0,-3 0 0 16,1 1 1-16,0-1-1 16,-7 4 0-16,4 3 0 0,-6 2 0 0,7 0 0 0,-1 1 0 0,1-1-1 15,0 0 1-15,1 6 0 16,3 1 0-16,-5 3-1 0,3 1-1 0,4-3 2 0,4-5 0 0,-4-14-1729 0</inkml:trace>
  <inkml:trace contextRef="#ctx0" brushRef="#br0" timeOffset="3826.81">3935 10211 853 0,'0'0'0'0,"0"-1"0"0,0 1 0 0,0-4 0 16,0 2 2-16,0 0-2 0,0 0 0 0,0 0 0 0,0 1 0 0,0 1 0 0,0-4 0 15,0 2 12-15,0 0 0 0,0 0-12 0,0 0 0 16,0 1 10-16,0-3 0 0,0 0-10 0,0-3 0 16,0 3 9-16,0-3 0 15,0 3-9-15,0 2 0 0,0-2 34 0,0 2 0 0,0 0-34 0,0 1 0 16,0-1 58-16,0 0 0 15,0 2-58-15,0-4 0 0,0 2 57 0,0 0-1 0,0 1-56 16,0-1 0-16,0 2 49 0,0 0 2 16,0 0-51-16,0 0 0 0,0 0 40 0,0 2 0 0,0-1-40 0,0 1 0 0,6 4 32 15,-6-2-1-15,2 5-31 16,3 4 0-16,1-2 29 0,-1 4 1 0,-3 5-30 0,6 1 0 0,-5 11 24 0,-1-1 2 16,0-1-26-16,2 3 0 0,-4-1 20 0,0 0 0 15,0-1-20-15,0-1 0 0,2-2 17 16,2 2 0-16,-4 0-17 15,-4-3 0-15,2-1 14 0,-4 1 0 0,6-1-14 16,-2 0 0-16,2-2 15 0,2 2-1 0,-2-9-14 0,2-3 0 0,-4-4 14 0,2-5-1 0,0-1-13 16,0-2 0-16,0-2 14 0,0 0 0 0,0 0-14 15,2 0 0-15,2 0 13 0,-4 0 0 0,2 0-13 32,3-2 0-32,-3-4 16 0,2-1 1 0,5-10-17 0,4-7 0 0,6-13 19 0,-2-8 0 0,1 2-19 0,-1 3 0 31,2 0 21-31,5 3 2 0,-4 4-23 15,1 1 0-15,-2 1 23 0,-1 1 1 0,1 0-24 0,0 2 0 0,-6 0 36 16,-6 0 1-16,4 2-37 0,-1-2 0 16,1 6 48-16,-6 2 0 0,1-3-48 0,1 5 0 15,1 3 42-15,-1 0-1 0,1 2-41 0,-5 0 0 16,-1 7 33-16,-2 3 0 0,0 1-33 0,4-6 0 0,-4 8 23 16,2-2-1-16,-2 0-22 0,2 1 0 0,-2-3 16 15,0 4 0-15,0 0-16 0,0 0 0 0,0 0 11 16,0 0 0-16,0 0-11 0,0 0 0 0,-2 4 6 0,-4-1-1 15,-1 7-5-15,-1-1 0 0,3 8 2 0,-6 3-1 16,3-3-1-16,6-4 0 0,2-13-1779 0</inkml:trace>
  <inkml:trace contextRef="#ctx0" brushRef="#br0" timeOffset="4555.14">4522 10189 904 0,'0'0'0'0,"2"-4"0"15,2 3 0-15,-4-3 0 0,2-2 0 0,3 4 0 16,1-3 0-16,-6-3 0 0,0 1 0 0,0 1 0 16,2 1 0-16,-2 3 0 0,0-2 1 0,0 2-1 0,0 0 0 15,0 1 3-15,0-1 1 0,0 0-4 16,0 0 0-16,0 0 3 0,0 0 2 0,0 0-5 0,0 2 0 16,0 0 3-16,0 0 2 0,0 0-5 0,0 0 0 15,0 0 10-15,0 0 1 0,0 0-11 16,0 2 0-16,0 0 19 0,-2 0 1 0,-2 0-20 15,2 2 0-15,-3 5 26 0,3-4 1 0,-2 9-27 0,2 4 0 0,-3 6 28 16,-1 4 0-16,4-5-28 0,-9 3 0 0,2 0 28 0,-4 2 1 16,1-1-29-16,1 3 0 0,2-4 28 0,0-3 0 15,-1 1-28-15,5-2 0 0,-3 0 25 0,3 1 0 0,-1 1-25 16,0 0 0-16,5 0 22 0,-7 0 1 0,3-1-23 16,-1-3 0-16,0-5 20 0,3 0 1 15,-1-4-21-15,2-2 0 0,2-3 25 0,0-4 1 0,0 0-26 16,0 0 0-16,0 0 37 0,0-1 1 0,0 1-38 15,0 0 0-15,0-2 41 0,0 0 1 0,0 0-42 16,0 0 0-16,0 0 40 0,0 0 2 0,0 0-42 16,0 0 0-16,0 0 39 0,0 0 0 0,0 0-39 15,0-2 0-15,0-3 32 0,0-1-1 0,0-1-31 16,0-5 0-16,0-2 27 0,0-3 0 0,0-4-27 16,2 1 0-16,2-1 20 0,-3 3 2 0,1 1-22 0,2 2 0 15,-4 6 16-15,0 1 2 0,2 1-18 0,-2-2 0 16,0-6 13-16,0 0-1 0,4-2-12 0,-2-1 0 15,3-7 9-15,3 1 1 0,3-6-10 0,-4 3 0 0,-1 1 6 16,1-4 0-16,3 4-6 0,-1 2 0 0,4 5 2 16,0 0 0-16,-4 3-2 0,2-5 0 0,1 3 0 15,-5-1 0-15,1 4 0 0,3 0 0 0,2 2-1 0,0 0 1 16,-4 4 0-16,0 3 0 0,-5 1-4 0,0 1 1 16,3 0 3-16,1 0 0 0,3-1-7 0,-4-4 1 15,5 3 6 1,1 2 0-16,0 1-13 0,-4 1 2 0,2 0 11 15,0 0 0-15,-3 2-15 0,3-4 2 0,2 2 13 0,-4 1 0 0,3 1-16 16,1 0 0-16,-6 0 16 0,4 0 0 0,-3-2-16 16,3-2 0-16,-4 4 16 0,-1 0 0 0,-4 0-17 0,0 0 0 0,1 0 17 15,-1 0 0-15,2 0-15 16,-2 0 0-16,-2 0 15 0,2 0 0 0,1 0-16 0,-3 0 1 0,2 0 15 16,-2 0 0-16,0 0-13 0,0 0 1 0,0 0 12 15,0 0 0-15,0 0-10 0,0 0 1 0,-2 4 9 0,-5 5 0 16,-12 11-9-16,-7 5 0 0,2 1 9 15,4 2 0-15,20-28-1256 0</inkml:trace>
  <inkml:trace contextRef="#ctx0" brushRef="#br0" timeOffset="4857.99">4418 10455 703 0,'0'0'0'0,"0"0"0"0,-4 0 0 0,2 0 0 0,2 0 0 0,-5 0 0 0,5 0 0 0,0 0 0 0,0 0 0 0,0 0 0 16,5 0 0-16,-5 0 0 0,0 0 0 0,2 0 0 15,2 0 0-15,-4 0 1 0,4 0 0 0,-1 0-1 16,3 0 0-16,-2 0 1 0,5 0 1 0,-4 0-2 31,-1 0 0-31,6 0 2 0,-3 0 1 0,-1-2-3 0,1-3 0 0,0-1 14 0,5 1-1 16,-5 1-13-16,2 0 0 16,1 0 24-16,-1 1 0 0,2-1-24 0,-3 2 0 0,-1 0 46 0,-3 2 2 0,3-5-48 15,1 1 0-15,-1 2 72 0,-1 0 3 0,5-3-75 0,-5 3 0 16,-5 0 98-16,7 0 2 0,-4 2-100 0,3 0 0 31,-7 0 85-31,0 0 1 0,0 0-86 0,0 0 0 16,0 0 61-16,0 0 2 0,0 0-63 0,0 2 0 15,0 0 46-15,0 0 1 0,-2 3-47 0,-9 8 0 0,-8 6 29 16,-5 7 0-16,2-2-29 0,3-2 0 0,19-22-1256 16</inkml:trace>
  <inkml:trace contextRef="#ctx0" brushRef="#br0" timeOffset="5429.76">4254 10740 690 0,'0'0'0'16,"0"0"0"-16,0 0 0 0,0 0-6 0,0 0 0 0,0 0 6 15,0 0 0-15,0 0-27 0,0 0 1 0,0 0 26 16,0 0 0-16,0 0-6 0,0 0 0 0,0 0 6 16,0 0 0-16,0 0-1 0,0 0 0 0,0 0 1 15,4 2 0-15,-3 0-1 0,3-1 1 0,-4 1 0 16,2 4 0-16,4-4 0 0,-5 1 0 0,-1-1 0 15,4 0 0-15,-2 0 7 0,2 0 1 0,-2 0-8 0,-2 0 0 16,0-2 22-16,0 1 0 0,0-1-22 0,5 2 0 16,-5-2 41-16,0 0 0 0,0 0-41 0,0 2 0 0,2-2 46 15,-2 0 0-15,4 0-46 0,-2 0 0 0,0 0 51 16,1 0 1-16,-3 0-52 0,0 0 0 16,0 0 48-16,0 0 1 0,0 0-49 0,0 0 0 0,6 0 43 15,-4 0 1-15,-2 0-44 0,0 0 0 0,2 0 40 0,1 0 0 16,-1 0-40-16,2 0 0 0,-2-2 35 0,0-1 0 15,1 3-35-15,3 0 0 0,-2 0 28 0,5 0 1 16,-2 0-29-16,6 0 0 0,1 0 30 16,0 0 2-16,9 0-32 0,-3 0 0 0,1 0 29 0,3 0 0 15,2 0-29-15,-5 0 0 0,-1-4 23 0,-1 2 0 0,-1 0-23 16,-5 0 0-16,0 0 22 0,-1 2-1 16,1 0-21-16,0 0 0 0,0 0 19 0,0 0 1 0,0 0-20 15,-8 0 0-15,1 0 19 0,1 0 0 0,-1 0-19 16,-4 0 0-16,-2 0 18 0,0 0 1 0,0 0-19 15,2 0 0-15,-2 0 14 0,0 0 0 0,0 0-14 16,0 0 0-16,0 0 10 0,0 0 2 0,0-1-12 0,0-3 0 16,0 0 10-16,0 2 0 0,0 0-10 15,0 1 0-15,0-1 10 0,0 0 1 0,-2 2-11 0,2 0 0 0,-2 0 10 16,-4 0 2-16,6 0-12 0,0 0 0 0,-3 0 9 16,3 0 0-16,0 0-9 15,0 0 0-15,0 2 6 0,0 0 2 0,3-2-8 0,-3-2 0 0,0 2-1354 16</inkml:trace>
  <inkml:trace contextRef="#ctx0" brushRef="#br0" timeOffset="6162.59">5301 10005 37 0,'0'0'0'0,"0"0"0"0,0 0 0 0,0 0 12 0,0 0 1 0,0 0-13 0,0 0 0 0,0 0 24 0,0 0 1 0,0 0-25 16,0 0 0-16,0 0 29 0,0 0 1 0,0 0-30 0,0 0 0 16,0 0 16-16,0 0-1 0,0 0-15 0,-6 0 0 15,3 0 17-15,-1-6 1 0,-2 3-18 0,1 3 0 16,-6 0 35-16,-2 0 0 0,-2 2-35 0,2-1 0 15,-4 1 54-15,2 2 1 0,-6-4-55 0,8 4 0 0,-3-1 60 16,3 3 2-16,0 0-62 0,-1-3 0 16,3-1 60-16,-2 0 0 0,4 0-60 0,3 2 0 0,-1-4 49 15,1 1 2-15,4-1-51 0,-3 0 0 0,5 2 37 16,-4 0 0-16,2-2-37 0,2 0 0 0,-2 0 38 0,-1 0 1 16,3 0-39-16,0 0 0 0,0 0 34 0,0 0 0 15,0 0-34-15,3 0 0 0,-1 0 33 0,0 2 2 16,9-2-35-16,10-2 0 0,9-2 35 15,5 3 0-15,0-3-35 0,-7 2 0 0,-2-2 31 16,-1 1 2-16,-1-1-33 0,-4 2 0 0,1 2 33 0,-8-4 1 0,-2 2-34 16,-2 1 0-16,-3-1 34 0,-2 2 1 0,-2 0-35 15,-2 0 0-15,1 0 28 0,3 0 1 0,-4 0-29 16,0 0 0-16,0 0 33 0,0 0 1 0,0 0-34 16,0 0 0-16,0 0 32 0,0 0 0 0,0 0-32 15,0 0 0-15,0 0 21 0,0 0 2 0,0 2-23 0,-5-1 0 16,-7 5 16-16,3-4-1 0,-4 3-15 0,-9 7 0 15,22-12-1184-15</inkml:trace>
  <inkml:trace contextRef="#ctx0" brushRef="#br0" timeOffset="6932.45">5187 10063 640 0,'0'0'0'0,"0"0"0"16,0 0 0-16,0 0 0 0,0 0 0 0,0 0 0 0,0 0 0 0,0 0-9 0,0 0 0 15,0-6 9-15,0 2 0 0,0 2 0 16,0 1 0-16,0 1 0 0,0-4 0 0,0 2 0 0,0 0 1 0,0 0-1 15,0 0 0-15,0 1 2 0,0 1-1 0,0 0-1 16,0 0 0-16,0 0 6 0,0 0 2 0,0 0-8 16,0 0 0-16,0 0 19 15,4 0 0-15,-4 0-19 0,0 0 0 0,0 0 30 0,0 0-1 0,0 0-29 16,0 0 0-16,0 1 37 0,2 1 1 0,-2 0-38 16,0 2 0-1,0 3 35-15,2 5 0 0,-2 6-35 0,-2 6 0 0,-4 8 29 16,-1 1 1-16,-1 1-30 0,8 1 0 0,-5-1 30 15,1-1 2-15,2 3-32 0,-5-7 0 0,1 1 29 0,-1 0 0 16,-4-4-29-16,5-6 0 0,2 1 26 0,1-3 0 0,1 3-26 16,2 3 0-16,-6 0 31 0,4 2 1 0,-3-2-32 15,1-7 0-15,-2-2 32 0,-1-2 2 0,5-4-34 16,-2-1 0-16,2-4 35 0,1-3-1 0,1 3-34 16,0-4 0-16,0 2 32 0,0-2 0 0,0 0-32 15,0 0 0-15,0 0 31 0,0 0 0 0,0 0-31 16,0 0 0-16,0 0 31 0,0 0 2 0,0 0-33 15,0 0 0-15,0 0 33 0,0 0 0 0,0 0-33 0,0 0 0 16,0 0 32-16,0 0-1 0,0 0-31 0,0-2 0 16,-6-2 29-16,0 1 2 0,1 1-31 0,3 0 0 15,-2 0 31-15,0 2 1 0,-5-4-32 0,2 4 0 16,-1 0 27-16,1 0 0 0,-3 0-27 0,-3 0 0 0,-1 0 24 16,0 0 1-16,1 0-25 0,6 0 0 0,-4 0 16 15,3 4 2-15,5-4-18 0,-1 4 0 0,-2-2 15 16,1 0 0-16,-1-1-15 0,4 3 0 0,-3-4 12 15,5 4 1-15,-2-2-13 0,-4 0 0 0,6-2 9 0,0 0 1 16,-4 0-10-16,4 1 0 0,0-1 8 16,0 0 0-16,0 0-8 0,0 2 0 15,4-2 5-15,-4 0 0 0,6 2-5 0,1 0 0 0,3-2 3 0,6 0 0 16,3 0-3-16,3 0 0 16,3 0 1-16,-7 0 0 0,1-2-1 0,1-2 0 0,1 1 0 0,-1 1 1 15,-3-2-1-15,-2 4 0 0,-4-4 0 0,0 3 1 0,-3-1-1 16,-3 0 0-16,-1 0 0 0,5 0 1 0,-5 2-1 15,2-4 0-15,-3 3 0 0,-3-1 2 0,0 2-2 16,2 0 0-16,2 0 0 0,-2 0 1 0,-2 0-1 16,2 0 0-16,-2 0 0 0,0 0 0 0,0 0 0 15,0 0 0-15,0 0 0 0,0 0 1 16,0 0-1-16,0 0 0 0,0 0 0 0,0 0 1 0,0 0-1 0,0 0 0 16,0 0 0-16,0 0 1 0,0 0-1 0,0 0 0 15,4 2 0-15,-4-1 1 0,1-1-1 0,3 0 0 0,-2 4 0 16,4-4 0-16,1 0 0 15,6-9 0-15,-13 9-1507 0</inkml:trace>
  <inkml:trace contextRef="#ctx0" brushRef="#br0" timeOffset="7701.74">5690 10197 564 0,'0'0'0'0,"6"-4"0"0,-4 2 0 0,3 0-2 0,7 2-1 0,-5 0 3 0,1-2 0 0,-5-1-6 0,-1-7-1 0,0 7 7 0,2-1 0 0,-4 2-9 0,2 2 0 16,1 0 9-16,-3 0 0 0,0 0-8 0,2 0 0 16,-2 0 8-16,0 0 0 0,0 0-6 0,2 0-1 0,-2 0 7 15,4 0 0-15,-4 0-6 0,0 0 2 0,0 0 4 16,0 0 0 0,0 0-1-16,0 0 1 0,0 0 0 0,0 0 0 0,0 0 4 0,0 0 2 0,0 0-6 15,0 0 0-15,0 0 35 16,0 0 0-16,0 0-35 0,0 0 0 0,0 0 72 0,0 0 0 0,0 0-72 0,0 0 0 15,0 0 82 1,0 0 1-16,0 0-83 0,0 0 0 0,0 0 79 0,0 0 0 0,0 0-79 0,0 0 0 0,0 0 62 16,2 0 1-16,-2 0-63 15,0 0 0-15,0 0 54 0,0 0 1 0,0 0-55 0,0 0 0 0,0 0 45 16,3 0 1 0,-3 0-46-16,0 0 0 0,0 0 37 0,0-7 1 0,0-3-38 15,2 1 0-15,2-8 33 0,-2-1 1 0,-2-1-34 0,2 2 0 0,1 2 30 0,3 2 1 16,-4 2-31-1,0 2 0-15,-2 1 26 0,-2 5 0 0,2-1-26 0,0 0 0 0,0 2 24 0,0 1 0 0,0-3-24 32,-2 2 0-32,-4-4 23 0,3 3 2 0,1-1-25 15,2 4 0-15,-6-6 19 0,4 3 1 0,-3 1-20 16,1 0 0-16,0 0 16 0,1 2 1 0,-3 0-17 16,-3 0 0-16,-3 2 12 0,3 0 0 0,-2 1-12 15,-8 1 0-15,4 4 9 0,-3 1 1 0,-1 4-10 16,-1 0 0-16,1 0 6 0,0 6 1 0,1-3-7 15,-1 7 0-15,2 3 3 0,-1 3 1 0,-1 1-4 16,0 6 0-16,1-1 2 0,-1 6 1 0,4-4-3 16,-1 0 0-16,1-5 1 0,2-2 1 0,5-2-2 0,3 0 0 15,-3-2 2-15,4 0-1 0,3-4-1 0,1 0 0 0,-6 1 1 16,4-1 0-16,2-4-1 0,2-4 0 0,4-7 1 16,-1-1 0-16,1-3-1 0,-3 1 0 0,3 0 1 0,0-2 0 15,1-1-1-15,4 3 0 0,4-4 3 16,4 0-1-16,-1 0-2 0,1-4 0 0,2-1 2 15,-8-1 2-15,1 3-4 0,-2-1 0 0,-5 2 5 0,-3 0 2 16,1 0-7-16,-3 0 0 0,4 1 10 0,-4 1 0 16,1 0-10-16,-3 0 0 0,2 0 12 0,0 0 2 15,-2 0-14-15,4 0 0 0,-4 0 19 0,2 0 0 0,2 0-19 16,-3-4 0-16,-1 2 23 0,2 0-1 0,-2 0-22 16,0 0 0-16,4 0 21 0,-4 2 2 0,0-3-23 15,0 3 0-15,2 0 15 0,2 0 2 16,-4 0-17-16,0 0 0 0,0 0 13 0,1 3-1 0,1-3-12 15,2 0 0-15,-4 0 3 0,2 0 2 0,3 0-5 16,7 0 0-16,1 0 0 0,5 0 0 0,3-5 0 16,1-6 0-16,-22 11-1594 0</inkml:trace>
  <inkml:trace contextRef="#ctx0" brushRef="#br0" timeOffset="8664.03">6056 10096 250 0,'0'0'0'0,"0"-2"0"0,0-1 0 0,0-3-8 0,0-1 0 16,1 1 8-16,1 2 0 0,-2 2-13 0,0 1 0 0,4-1 13 16,-2 2 0-16,-2 0 1 0,0 0 0 0,0 0-1 15,0 0 0-15,0 0 3 0,0-6-1 0,0 4-2 16,0 0 0-16,0 0 3 0,0 1 2 0,0 1-5 16,0-4 0-16,0 2 29 0,0 0 1 0,0 0-30 0,0 0 0 15,0 2 53-15,4 0 1 0,-4 0-54 0,0 0 0 16,0 0 71-16,0 0 0 0,0 0-71 0,0 0 0 0,0 0 79 15,0 0 1-15,0 0-80 16,0 2 0-16,0 0 67 0,0 0 0 0,0 4-67 0,0-1 0 0,-4 10 53 16,-2 6 1-16,-3 5-54 0,2 3 0 0,-5 5 41 15,5 5 2-15,-4-2-43 0,3-2 0 0,1-3 32 16,1-4 0-16,-1-2-32 0,-3-2 0 0,1-1 24 16,-4-1 0-16,6-5-24 0,-3-1 0 0,3 3 24 0,1 0-1 15,-1-5-23-15,-1-1 0 16,3-1 24-16,-1-3 1 0,4-2-25 0,-3-3 0 0,3 2 22 0,-2 1 1 0,2-1-23 15,-3-3 0-15,5-1 23 0,-2 4 1 0,-2-4-24 16,2 1 0-16,2 1 27 0,-3 0 0 0,1-2-27 16,2 0 0-16,-2-1 30 0,-2 1 0 0,4 0-30 15,0 0 0-15,0 0 29 0,0 0 2 0,0-2-31 16,0 0 0-16,0 0 25 0,0 0 2 0,0 0-27 16,0-2 0-16,4-6 19 0,-2-3 1 0,-2-5-20 15,5-9 0-15,-3-3 13 0,4-3 0 16,1 1-13-16,4 6 0 0,-5-2 8 0,1 0 1 15,5 0-9-15,-5 2 0 0,-1-2 3 0,-5-1 0 16,5 1-3-16,0 4 0 0,1 2 0 0,1 1 1 0,-3 0-1 16,1-1 0-16,1 1 0 0,3-1 0 0,-7-1 0 15,8 3 0-15,-3 1-1 0,1 2 0 0,2 2 1 16,-3 2 0-16,-1 4-2 0,3-1-1 0,-7 3 3 16,7-1 0-16,3-7-4 0,0 2-1 0,-6 2 5 15,6-1 0-15,-2 1-4 0,-3 0-1 0,1 1 5 16,2 3 0-16,2-1-5 0,-1 2 0 0,-3 1 5 15,2-1 0-15,2-2-8 0,-2 1 2 0,-1-3 6 16,-3 5 0-16,2 1-7 0,1 2 1 0,1 0 6 0,-6 0 0 0,3 0-6 0,-8 0-1 16,2 0 7-16,2 0 0 0,1 0-8 0,-3 2 1 15,4-1 7-15,-5 3 0 0,3 2-8 0,0-1 2 0,0 3 6 16,-3-1 0-16,-1 1-10 0,0 1 1 0,0 0 9 16,-1 2 0-16,-7 1-8 0,-1-1 0 0,0 0 8 15,-8 2 0-15,17-13-1119 0</inkml:trace>
  <inkml:trace contextRef="#ctx0" brushRef="#br0" timeOffset="9029.09">5940 10332 464 0,'0'0'0'0,"-4"2"0"0,2-2 0 0,1 0-3 0,-5 2-1 0,6 0 4 15,0 4 0-15,0-5-5 0,0 3 0 0,0-2 5 0,0 0 0 16,0 2-9-16,0-4 1 0,0 1 8 15,0 1 0-15,0 0-4 0,0 0-1 0,0 0 5 16,0 0 0-16,0 0-3 0,0-1 0 0,0 1 3 0,0-2 0 16,6 0-4-16,-5 0 2 0,5 0 2 0,7-2 0 0,13-1 1 15,2-3 0-15,2 1-1 0,-2-5 0 0,2 3 24 0,-4-1-1 16,2-1-23-16,-4 0 0 0,-4-1 73 0,-1 1 0 16,-6 2-73-16,6 1 0 0,-4 1 118 0,1 3 1 0,-2 0-119 15,-5 0 0-15,-4 0 144 0,-1 0-1 0,-4 2-143 16,2-3 0-16,0 3 103 0,2 0 0 0,-4 0-103 31,0 0 0-31,0 0 73 0,0 0 1 0,0 0-74 16,0 0 0-16,0 0 56 0,0 3 0 0,0-3-56 0,0 4 0 0,-8 2 36 0,3 3 0 0,-8 6-36 15,-1 2 0 1,-10 3 22-16,-2 0 2 0,2-1-24 16,7 0 0-16,-1 1 16 0,4-1-1 0,-2-3-15 15,1-1 0-15,15-15-1307 0</inkml:trace>
  <inkml:trace contextRef="#ctx0" brushRef="#br0" timeOffset="9361.7">5884 10569 627 0,'0'0'0'0,"0"2"0"0,0-2 0 0,0 0-8 0,0 1 1 16,0-1 7-16,0 0 0 0,-2 2-5 0,-1 0 0 16,1-2 5-16,2 4 0 0,-2-4-4 0,-2 0 0 0,2 0 4 15,2 0 0-15,-3 0-3 0,1 0 1 16,2 0 2-16,0 0 0 0,0 0-3 0,0 0 1 0,0 0 2 15,0 2 0-15,0 0-2 0,0-1 1 0,5 1 1 16,1 0 0-16,1 2 0 0,3-4 0 0,3 4 0 16,3-3 0-16,-1 1 5 0,4 0 1 0,-2-2-6 15,-2 0 0-15,-4-2 17 0,2 2 0 0,2 0-17 16,2 2 0-16,-4 2 29 0,0-4 0 0,0 0-29 16,0 0 0-16,5 0 55 0,-5 0 0 0,0 0-55 0,0 0 0 15,-5 0 68-15,3 0 2 0,-3 0-70 0,-1 0 0 16,-5 0 67-16,2-6 2 0,1 4-69 0,-3 2 0 15,-2 0 54-15,0 0 1 0,2 0-55 0,2 2 0 0,-4-2 42 16,0 0 2-16,0 0-44 0,0 0 0 16,0 0 33-16,0 0-1 0,0 0-32 0,0 0 0 0,0 0 27 15,0 0 0-15,0 0-27 0,0 0 0 0,0 0 18 16,0 0 1-16,2 0-19 0,-2 0 0 0,0 0-1065 16</inkml:trace>
  <inkml:trace contextRef="#ctx0" brushRef="#br0" timeOffset="10168.85">6833 10038 515 0,'0'0'0'0,"0"0"0"0,0 0 0 0,0 0-8 0,0 0 1 0,0 0 7 0,0 0 0 0,0 0 4 0,0 0 2 0,0 0-6 0,0 0 0 0,0 0 28 0,0 0 1 0,0 0-29 15,0 0 0-15,0 0 12 0,0-1-1 0,0-5-11 16,0 0 0-16,0 3 22 0,0 1 1 0,0 0-23 15,0-5 0-15,0 1 41 0,0-3 2 0,-2 5-43 16,-6-3 0-16,8 1 44 0,-5-2 0 0,1 1-44 16,2 3 0-16,2-3 50 0,-2 1 0 0,-2 3-50 15,3-1 0-15,1 0 45 0,-8 2 1 0,4-3-46 0,3 3 0 16,-5 0 42-16,4 2-1 0,-3-4-41 0,-1 2 0 16,-5 1 33-1,1-1-1-15,-3 2-32 0,2 2 0 0,-7 3 25 0,3-1 0 0,-2 3-25 0,2-1 0 16,2 3 19-16,0 2 1 15,0 0-20-15,-6 1 0 0,8-1 20 0,-4 0 0 0,-5 2-20 0,1 6 0 0,-1-1 17 16,-5 5 1 0,-1 3-18-16,8 1 0 0,-3 3 17 0,4 0 1 0,2 0-18 0,-1-4 0 0,1 0 15 0,-4 0 0 15,4-6-15 1,2 1 0-16,4-3 14 0,1 1-1 0,3-2-13 0,1-2 0 0,-1-4 14 0,1-2 0 16,2 0-14-1,2 3 0-15,0-3 15 0,2-2 1 0,2-3-16 0,-3 4 0 0,3-5 13 0,-2 3 1 0,5-1-14 16,5 3 0-16,3-3 14 15,1 1 1-15,5 0-15 0,-3-3 0 0,3-3 13 0,3 2 1 0,-3 0-14 16,-1-2 0-16,-1-2 14 16,-1 0 1-16,1 0-15 15,-4 2 0-15,-2 2 11 0,-2 0 0 0,-3-2-11 16,-3-2 0-16,1 0 10 0,1 2 2 0,-1 0-12 0,-4 2 0 0,1-2 15 0,-1 0 1 16,0 2-16-16,4 0 0 0,-1-2 12 0,1 0 1 0,-1 0-13 31,3 0 0-31,1 0 10 0,2 0 0 0,2-2-10 0,-1-2 0 0,-12 4-1270 0</inkml:trace>
  <inkml:trace contextRef="#ctx0" brushRef="#br0" timeOffset="10929.42">7023 10072 527 0,'0'0'0'0,"-4"-2"0"0,2-2 0 0,2 1 7 0,-4 3-1 0,2-4-6 0,2 2 0 16,-1 0 16-16,-3 2 0 0,2 0-16 0,2 0 0 16,0 0 17-16,0 0 1 0,0 0-18 0,0 0 0 15,0 0 11-15,0 0 1 0,0 0-12 0,0 0 0 0,0 0 8 16,0 0 1-16,2 0-9 0,2 2 0 0,-4 0 12 16,-4 2 2-16,2-1-14 15,2 9 0-15,0 4 17 0,0 8-1 0,-6 4-16 16,-1 0 0-16,-2 4 25 0,1 3 1 0,1-1-26 15,-1-5 0-15,-5-1 27 0,2 0 1 0,4 0-28 16,-1-7 0-16,8-1 28 0,0-3 0 0,0-4-28 0,-4-2 0 16,3-7 34-16,1 0-1 0,-8-3-33 15,8 1 0-15,-4 2 35 0,3-2 0 0,-3 2-35 0,4-4 0 16,-2 1 31-16,0-1 2 0,2 0-33 0,0 0 0 0,0 0 30 16,0 0 2-16,0 0-32 0,0 0 0 0,0-1 31 15,0-3 2-15,2-5-33 0,4-14 0 0,-1-10 32 16,3-10 2-16,5-4-34 0,0 1 0 0,5-8 31 0,1 2 1 15,1 7-32-15,-1 4 0 0,-4 10 32 0,2 1 2 16,-4 6-34-16,0 1 0 0,2 8 28 0,1 1 0 16,-2 4-28-16,-1-1 0 0,0 4 19 0,-6-1 1 15,1 3-20-15,-3 1 0 0,1 2 15 0,1 2-1 0,-1 2-14 16,-1 2 0-16,3-1 8 0,-3 3 1 0,-1 3-9 16,0 6 0-16,-4 4 5 0,2 5 0 0,-2-4-5 15,-2 5 0-15,-6-5 4 0,-3 4 0 16,0-3-4-16,-4 1 0 0,-2 0 2 0,1 1 2 0,-9-5-4 15,5-1 0-15,1-4 2 0,-1 0 1 0,1-2-3 16,0-3 0-16,-1-3 3 0,3-1-1 16,4-2-2-16,6 0 0 0,5-2 2 0,-2-2 2 0,2-2-4 0,2 2 0 15,-3 2 4-15,1-3 1 0,2 1-5 0,-2-2 0 16,-2 0 6-16,4 1 1 0,0 1-7 0,0 0 0 16,0 0 9-16,0 0 1 0,0 0-10 15,4 2 0-15,-2-4 11 0,0 4 2 0,7 4-13 0,0-2 0 16,8 4 11-16,3 3 1 0,5 2-12 0,-5 2 0 0,-7 4 9 15,6-2 1-15,-4 2-10 0,1-3 0 0,-2 1 8 16,-1 0 0-16,-6 0-8 0,2-2 0 0,3-2 3 16,-1-1 2-16,-2-1-5 0,-3 4 0 0,-3-8 2 0,-1 3 1 15,4-4-3 1,-1 1 0-16,-5-1 3 0,0-2-1 0,4 0-2 0,0-1 0 0,-4 1 1 0,2 0 1 16,1 0-2-1,-1-2 0-15,0 2 1 0,2 0 1 0,-2 2-2 0,1-4 0 16,-3 1 0-16,0-1 1 0,0 0-1 0,0 0 0 15,0 0-1290-15</inkml:trace>
  <inkml:trace contextRef="#ctx0" brushRef="#br0" timeOffset="11422.65">7516 10009 803 0,'0'0'0'15,"4"-2"0"-15,-4 0 0 0,0 2 0 0,0-4 0 16,2 2 0-16,2 1 0 0,-4-1 0 0,0 2 0 0,0 0 0 15,0 0 0-15,0 0 9 0,2 0 0 0,-2 0-9 16,0 0 0-16,0 0 7 0,0 0 1 0,0 3-8 16,-2 3 0-16,-4 7 6 0,-1 2 1 0,-5 9-7 0,-1 6 0 0,2 5 20 0,2 8 2 15,-4-6-22-15,4 2 0 0,-1-5 26 16,3-1 1-16,-2-1-27 0,5-2 0 0,-2-6 30 0,1-2-1 16,-3-1-29-16,8-5 0 0,-4-1 29 0,3-2 1 15,1-2-30 1,0-3 0-16,0-4 34 0,0-3 1 0,0 1-35 0,0 0 0 0,0-2 34 0,0 0 2 0,0 0-36 31,-4 0 0-31,0 0 36 0,4 0 0 0,0-2-36 0,0-1 0 0,0-7 33 0,0 1-1 0,-5-6-32 16,1-5 0-16,2-10 31 0,0-6 0 0,2 1-31 15,4 0 0-15,5 1 35 0,4 1 1 0,-4-1-36 32,3 5 0-32,-7 1 32 0,-3 2 1 0,4 3-33 15,-1-1 0-15,3 4 30 0,3 3 2 0,-4 2-32 0,3 2 0 16,-5 0 34-16,5 0 2 0,-3 2-36 0,6-2 0 15,6-2 27-15,1-2 0 0,-1 2-27 0,-6 2 0 0,0 2 21 16,-4 4 1-16,2-5-22 0,4 5 0 0,2 3 19 16,-4 2 1-16,2 1-20 0,-2-1 0 0,-4 0 15 15,1 0-1-15,1-4-14 0,-6 5 0 0,3-1 10 16,-2 2 1-16,-1 0-11 0,-1 0 0 0,0 2 8 0,-4-1 1 16,0 1-9-16,1 2 0 0,3-4 4 0,-2 2 0 15,-2 0-4-15,0 0 0 0,0-1 2 0,0 5 1 16,0 0-3-16,-6 7 0 0,-1 5 0 0,-4 8 0 15,-2 0 0-15,-2-1 0 0,15-25-1414 0</inkml:trace>
  <inkml:trace contextRef="#ctx0" brushRef="#br0" timeOffset="11661.99">7392 10215 803 0,'0'0'0'0,"0"-2"0"0,0-1 0 0,0-1-1 0,0 2 1 0,0 0 0 0,5 0 0 16,-5 0-5-16,2 1 2 0,2 1 3 0,-1-4 0 15,7 2 0-15,-3 0 0 0,12 0 0 0,1-1 0 0,6-1 0 16,-1 0 1-16,1 0-1 0,0 3 0 0,-4-3 1 16,2 2 0-16,1-4-1 0,-7 3 0 0,-3 1 13 15,-4 0-1-15,2 2-12 0,-5 0 0 0,-6 0 70 16,1 0 0-16,1 0-70 0,0 0 0 0,1 0 89 0,-5 0 0 16,0 0-89-1,2 0 0-15,0 0 75 0,-2 0 1 0,-2 0-76 16,0 4 0-16,-3 1 43 0,-1 3 1 0,-1 3-44 0,-12 7 0 0,19-18-1034 0</inkml:trace>
  <inkml:trace contextRef="#ctx0" brushRef="#br0" timeOffset="11901.62">7274 10520 1017 0,'0'0'0'0,"2"-2"0"16,-2 1 0-16,0-1 1 0,2 2 1 15,2 0-2-15,1 0 0 0,3 0 24 0,-1 0 1 0,4-2-25 16,-1-2 0-16,1 0 40 0,2 3 1 0,0-3-41 0,-2 2 0 15,4 0 23-15,-2 0 1 0,-2 0-24 16,4 1 0-16,-4 1 17 0,2-4 1 0,-5 2-18 0,5 0 0 16,-2 0 25-16,-2 0 1 0,2 2-26 15,1 0 0-15,1 0 37 0,0 0 1 16,0 0-38-16,2 0 0 0,1-1 33 0,5-3 0 0,-6 0-33 0,4 4 0 0,-19 0-1069 16</inkml:trace>
  <inkml:trace contextRef="#ctx0" brushRef="#br0" timeOffset="12432.38">7863 10334 1017 0,'0'0'0'0,"0"0"0"15,0 0 0-15,0 0-1 0,2 0 1 0,-2 0 0 0,0 0 0 0,0 0 5 0,0 2 0 0,0-2-5 16,0 0 0-16,0 0 19 0,0 0 0 0,0 2-19 16,0 0 0-16,0 2 13 0,0-4 0 15,-2 3-13-15,0 7 0 0,-3-1 11 0,1 8 1 0,0 1-12 16,0-1 0-16,2-2 20 0,2-2 1 0,-3-6-21 15,1 1 0-15,2-5 26 0,-2-1 0 0,-2 0-26 16,2 0 0-16,2 2 36 0,0 0 0 0,0-3-36 16,0 1 0-16,0 0 41 0,0 0 1 0,0 0-42 15,0 2 0 1,0-4 42-16,0 0 2 0,0 0-44 0,0 0 0 0,0 0 41 16,0 0 0-16,0 0-41 0,0-8 0 0,6-5 36 0,-2-2 0 0,5-11-36 15,4-5 0-15,-4-10 35 0,4-8 1 16,4-1-36-16,2 2 0 0,1 3 31 0,-1-5 2 0,3 5-33 15,1 4 0-15,-7 8 35 16,3 7 2-16,-2 0-37 0,-2 1 0 0,2 3 40 0,-10 2-1 0,-1 5-39 16,1 0 0-16,-1 6 29 0,1 3 2 0,-1 2-31 0,-3 2 0 15,1 1 20-15,-4 1 1 0,2 0-21 0,2 0 0 16,-2 1 15-16,1 1-1 0,5 2-14 0,-3-2 0 16,3 5 10-16,-3 3 2 0,5 3-12 0,1 3 0 0,-2 7 7 15,1-1 1-15,-3 2-8 0,-1 0 0 0,-1 1 4 16,-3 1 0-16,0 1-4 0,2 5 0 0,-4 3 1 15,1 3 0-15,-1-3-1 0,0 2 0 0,4-7 0 16,-2 2 1-16,-2-3-1 0,0-3 0 0,2-1 0 0,-2-3 0 16,-2-3 0-16,0-5 0 0,-2-4 0 15,4-3 0-15,-1-1 0 16,1-3 0-16,0-1 0 0,0-2 0 0,0 0 0 0,0 2 0 0,0 2 0 0,0-4 0 16,-4 0 0-1,2 0 0-15,-4 0-1 0,5 0 1 0,-9 0 0 16,-3 0 0-16,-7-4-1 0,-6-1 1 0,0 1 0 0,1 0 0 15,25 4-1548-15</inkml:trace>
  <inkml:trace contextRef="#ctx0" brushRef="#br0" timeOffset="12632.53">7740 10351 791 0,'0'0'0'0,"0"-2"0"0,0-2 0 0,0 3-1 0,0-3 1 0,0 2 0 0,0 0 0 0,0 0-7 0,0 0 0 0,0 1 7 0,2 1 0 0,2-4-1 0,-3 4 0 0,7 0 1 16,9 0 0-16,3 0 0 0,10 0 0 0,-4 0 0 15,-5 0 0-15,-1-2 0 0,-1 0 0 0,-6 0 0 16,5 2 0-16,-3 0 0 0,-2 2 0 0,4-4 0 16,-2-1 0-16,2-3 0 0,0-5 0 0,-1 5 0 15,-3 4 0-15,-1 2 16 0,-5 2-1 0,6 2-15 16,0-2 0-16,-13-2-605 0</inkml:trace>
  <inkml:trace contextRef="#ctx0" brushRef="#br0" timeOffset="13636.14">8334 10308 653 0,'0'0'0'0,"0"0"0"15,0 0 0-15,0 0-6 0,0 0 0 0,0 0 6 16,0 0 0-16,0 0-1 0,0 0 1 0,0 0 0 16,0 0 0-16,0 0 0 0,0 0 0 0,0 0 0 0,4 4 0 0,-4-2 0 0,2 2 0 15,4 1 0-15,-5 3 0 0,3 1 0 0,0 2 0 16,0-2 0-16,1 1 0 0,-3-1 5 0,4 0-1 15,-4-3-4-15,1 1 0 0,-1-5 18 0,0 4 1 16,2-4-19-16,-4 1 0 0,2 1 40 0,1 0-1 0,-3-2-39 16,0 1 0-16,0-3 62 0,0 2 0 0,0 2-62 15,0-4 0 1,0 0 69-16,0 0 0 0,0 0-69 0,0 4 0 0,0-4 68 0,0 0-1 0,0 0-67 16,0 1 0-16,0-1 61 15,0 0 0-15,0 0-61 0,0 0 0 0,0 0 58 0,0 0 0 0,0-1-58 16,2-3 0-16,2-7 48 15,-2 0 1-15,0-2-49 0,1-8 0 0,-1-5 46 0,2 0 0 0,0 0-46 0,5-6 0 16,-2-1 38-16,1-3 1 0,3 3-39 16,2-6 0-16,6 4 34 0,1-1-1 0,-1 3-33 0,1-1 0 0,-1 3 25 15,0 1 1 1,-6 6-26-16,0-2 0 0,0 7 24 0,-6 6 2 16,1 0-26-16,-3 4 0 0,1 3 23 0,-6 4-1 0,0 0-22 15,0 2 0-15,0-3 16 0,0 1 1 0,0 0-17 16,2 0 0-16,1 0 12 0,-1 0 0 0,-2 2-12 15,2-3 0-15,2 1 8 0,-4 2 0 16,2 0-8-16,1 2 0 0,-3 1 3 0,2-3 1 0,0 8-4 0,-2 5 0 0,0 7 2 16,0 10 0-16,0-8-2 0,0 6 0 0,0 0 0 0,0 2 1 0,0-4-1 31,4 0 0-31,-2-4 0 0,1-1 0 0,-3-1 0 16,0-3 0-16,8 2-1 0,-8-5 1 0,6 0 0 15,-3-1 0-15,-3-4-2 0,0-2 1 0,4-3 1 16,-4 2 0-16,6-5-2 0,-5 1-1 0,1 2 3 0,2-4 0 0,-2 0-2 0,-2 0 0 15,4 0 2 1,-4 0 0-16,1 0-2 0,5-6 1 0,-6 5 1 0,8-11 0 0,-3-4-1 0,6-5-1 0,-3-1 2 16,1 0 0-1,0 1 0-15,4-3 0 0,0 3 0 0,-5 3 0 0,-1 3 0 0,-1 2 2 0,1-6-2 16,1 8 0-16,1 0 2 0,-7 4 1 0,5-1-3 16,-3 1 0-16,4-3 3 0,-1-1 2 0,4 0-5 15,-1 4 0-15,3-6 7 0,3-4-1 16,3 6-6-16,-4 1 0 0,-4 3 9 0,-3-2 0 0,-3 1-9 0,3 6 0 15,-1 2 8-15,4-5 0 16,-3 3-8-16,-3 2 0 0,1 2 7 0,-6 3 0 0,0-5-7 0,0 0 0 16,2 0 5-16,0 0 1 0,1 0-6 15,-1 2 0-15,-2 0 2 0,4 2 1 0,-4-2-3 16,4 1 0-16,-1 7 2 0,3 5-1 0,-4 1-1 0,2 3 0 0,-3 1 0 31,-1 8 0-31,2-5 0 0,2 3 0 0,-4 0 0 0,2 2 0 0,-2 0 0 0,-2 5 0 0,-2 8 0 0,2 0 0 31,1 2 0-31,1 1 0 0,0-5-1 0,1-5 1 0,-1-3 0 16,-1-1 0-16,-5-2 0 0,2 2 0 0,2-6 0 16,-1 4 0-16,-1-8 0 0,0 6 0 0,2-3 0 15,-1 3 0-15,-1-8 0 0,0 5 1 0,2-6-1 16,2-3 0-16,-3-4 1 0,1-7 0 0,0 3-1 16,2-6 0-16,0 2 6 0,0-2 0 0,0 0-6 0,0 0 0 15,0 0 13-15,0 0 0 0,0 0-13 0,0 0 0 0,0 0 18 0,0 0 0 0,0 0-18 16,0 0 0-16,0 0 25 0,0 0-1 15,0 0-24 1,0 0 0-16,0 0 32 0,0 0 0 0,0 0-32 16,0 0 0-16,0 0 32 0,0 0-1 0,0 0-31 0,0 0 0 15,0 0 33-15,0 0 0 0,0 0-33 0,0 0 0 16,0 0 26-16,0 0 0 0,0 0-26 0,0 0 0 16,0 0-1808-16</inkml:trace>
  <inkml:trace contextRef="#ctx0" brushRef="#br1" timeOffset="32729.44">2428 11413 338 0,'0'0'0'0,"0"0"0"15,4-3 0-15,-4 3 3 0,1-2-1 0,-1 2-2 16,2 0 0-16,-2 0 22 0,6-8 2 0,-6 8-24 16,5-5 0-16,-5 5 47 0,2-2 1 0,-2 2-48 15,4 0 0-15,-4 0 13 0,0 0 0 0,0 0-13 16,0 0 0-16,0 0 27 0,0 0 0 0,0 0-27 16,0 0 0-16,0 0 33 0,0 0-1 0,0 0-32 0,0 0 0 15,0 0 30-15,0-6 2 0,0 6-32 16,-13-5 0-16,13 5 24 0,-17-8 2 0,17 8-26 0,-20-7 0 0,20 7 23 15,-21-6-1-15,21 6-22 0,-24-5 0 16,24 5 26-16,-20-2 0 0,20 2-26 0,-25-6 0 16,25 6 23-16,-20-4 1 0,20 4-24 0,-28-3 0 15,9 3 25-15,1 0-1 0,-1 2-24 0,4-1 0 0,-4 3 23 0,3 2-1 0,-1-6-22 16,2 2 0-16,0 1 21 0,2 1 1 0,-2-2-22 16,2-2 0-16,0 2 18 0,2 1 0 0,3-1-18 15,-3 0 0-15,4 2 14 0,1-2 2 16,-1 0-16-16,-1 1 0 0,-3-1 13 0,4 0 1 0,-5 0-14 15,5 0 0-15,1-2 12 0,5 0 1 0,-5 0-13 16,6 2 0-16,-4-2 11 0,2 0 0 16,2 3-11-16,-1-3 0 0,-3 0 12 0,2 0 1 0,2 0-13 15,-4 2 0-15,2-2 13 0,2 0 1 0,-2 0-14 16,-1 0 0-16,1 0 21 0,2 0 1 0,0 0-22 0,0 0 0 16,0 0 22-16,2 0 0 15,1 0-22-15,-1 0 0 0,-2 0 22 0,2 0-1 0,2 2-21 0,-2-2 0 16,3 0 20-16,1 0 0 0,1 0-20 0,-1 0 0 15,1 0 17-15,1 0 1 0,1 0-18 0,-1 0 0 0,-3 0 12 16,3 0 2-16,-6 0-14 0,3 0 0 0,-3 0 11 16,2 0 1-16,-2 0-12 15,3 0 0-15,-5 0 11 0,6 0 0 0,-1 0-11 0,3 0 0 0,-1-2 10 16,1 0 0-16,1-1-10 16,-5 3 0-16,7 0 8 0,2 0 0 0,-6 0-8 15,5 0 0-15,-5-2 8 0,1-2-1 0,3 0-7 16,-4 4 0-16,4 0 8 0,-3 0 0 0,5 0-8 0,0 0 0 0,-2 0 7 0,-2 0 0 0,8-5-7 15,-4 1 0-15,-5 2 6 0,3 0 2 16,-4 0-8-16,6 1 0 0,0-1 7 0,0 0 1 0,2 0-8 16,2-2 0-16,-4-1 6 0,0-3 2 0,2 3-8 15,2 1 0-15,-4 0 7 16,6 2 0-16,-5 1-7 0,1-1 0 0,-3 0 5 16,-1 0 1-16,2-2-6 0,-4 1 0 0,2 1 5 15,-5-2-1-15,3 0-4 0,2 2 0 0,2 2 4 16,6 0 2-16,-6 0-6 0,2 0 0 0,2-2 3 15,-4-1 2-15,0-1-5 0,0 4 0 0,2-4 4 0,2 2 1 16,-3-1-5-16,5-1 0 0,2-2 4 16,3-1 1-16,0 1-5 0,-5 3 0 0,-4-1 4 0,3 0 1 15,-5 2-5-15,6-3 0 0,1 1 5 0,1 0 1 16,-2 1-6-16,1-1 0 0,-1 0 5 0,-1 1-1 16,-3-3-4-16,2 0 0 0,2 1 5 0,-5-1-1 15,-2 1-4-15,1-1 0 0,0 4 3 0,0 0 1 0,0 0-4 16,2 1 0-16,-2-1 2 0,0-4 0 0,0 4-2 15,0 0 0-15,0 1 1 0,4-1 2 0,-4-2-3 0,5 0 0 0,-3 1 1 0,8-1 1 0,-7 0-2 32,1 0 0-32,-2 1 1 0,4-1 0 0,-1 2-1 0,-5-4 0 0,0 1 1 0,0-1 1 0,2 3-2 15,-3-1 0-15,-1 2 1 16,-4 0 0-16,4-2-1 16,-3 1 0-16,1-1 1 0,2 0 1 0,-5 2-2 15,0-3 0-15,-5 3 2 0,5 0 1 0,-6 0-3 0,0 0 0 0,2 2 2 0,2 0 1 16,-3 0-3-16,-1 0 0 0,0 0 2 0,0 0 2 0,0 0-4 31,0 0 0-31,0 0 2 0,0 0 1 0,0 0-3 0,0 0 0 16,0 0 3-16,0 0 0 0,0 0-3 0,0 0 0 15,0 0 2-15,0 0 2 0,0 0-4 0,0 0 0 0,0 0 3 16,0 0 2-16,0 0-5 0,0 0 0 0,0 0 4 16,0 0 0-16,0 0-4 0,0 0 0 0,0 0 5 15,2 0-1-15,2-1-4 0,-4-3 0 0,6 0 4 16,-6 2 0-16,0 2-4 0,0 0 0 0,0 0 4 15,0 0-1-15,0 0-3 0,1 0 0 0,-1 0 2 0,4 0 2 16,-4 0-4-16,0 0 0 0,0 0 2 0,0 0 0 16,0 0-2-16,0 0 0 0,0 0 2 0,0 0 1 15,0 0-3-15,0 0 0 0,0 0 1 0,0 0 1 16,0 0-2-16,0 0 0 0,0 0 1 0,0 0 1 16,-11 0-2-16,-2 0 0 0,-6 2 3 0,-1 2-1 15,-10 3-2-15,4 1 0 0,4-1 2 0,-3 2 0 0,-1-5-2 0,0 2 0 16,-5-1 1-16,1 1 2 0,-4-1-3 0,1 5 0 15,1-1 1-15,-2 0 0 0,8-1-1 16,-3-1 0-16,8 1 1 0,-5-5 0 0,0 3-1 0,0 1 0 16,0 3 0-16,1-5 1 0,1 1-1 0,4 0 0 15,-4 1 0-15,1 0 1 0,-1-1-1 0,3 1 0 0,-5-3 0 16,0 2 2-16,8-3-2 0,-3 3 0 0,-1-2 0 16,1 1 0-16,1-1 0 0,-4 0 0 15,3-1 0-15,-3-1 0 0,5 2 0 0,2-2 0 0,-1 2 0 0,1-1 0 16,2-1 0-16,2 0 0 0,0 0 0 0,0 0 0 15,-4 0 0-15,4 0 0 16,-2-1 0-16,2 1 0 0,0 0 0 0,0 2 0 0,0-2 0 0,2 0 0 16,2-1 0-16,-3 1 0 0,-1 0 0 0,2 0 1 0,-2 2-1 15,4-4 0-15,-2 2 1 0,-2-1 0 0,1 1-1 16,5 0 0-16,-4-2 1 0,2 0 0 0,1 2-1 16,-1 2 0-16,1-4 1 15,1 2 2-15,-1-2-3 0,3 0 0 0,-3 0 1 0,1 0 1 0,-2 0-2 16,7 0 0-16,-6 0 1 0,5 0 1 0,1 0-2 15,-4 0 0-15,6 0 1 0,0 0 2 0,-2 0-3 16,-2 0 0-16,3 0 1 0,1 0 0 0,0 0-1 16,0 0 0-16,0 0 1 0,0 0 0 15,0 0-1-15,5 0 0 0,-3 0 0 0,9 0 1 0,8-2-1 16,1-2 0-16,1 0 0 0,-1 1 1 0,-1 1-1 0,0-4 0 16,-1 4 0-16,-5 0 2 0,13-1-2 0,-7-1 0 15,3 0 0-15,3-1 0 0,1-1 0 16,4 0 0-16,-3 1 0 0,0-1 0 0,6-1 0 15,2-1 0-15,-1-1-2 0,3 0 2 0,-1 1 0 0,1-1 0 16,0 2-1-16,2-1 1 0,0-1 0 16,1 0 0-16,-1-4-1 0,0-2 1 0,-7 4 0 0,-1-1 0 0,-3 3-1 0,4-4 1 15,-8 6 0-15,2-1 0 0,0 1-1 0,4 1 1 16,-8 2 0-16,3-3 0 0,1 3 0 0,-2 2 0 16,-4-5 0-1,1 1 0-15,-2 1 0 0,1-1 0 0,-7 3 0 0,6-1 0 0,-6 0 0 0,4 0 0 0,-10 2 0 16,0 1 0-1,1-1 0-15,3 2 0 0,-2-4 0 16,3 2 0-16,-7 0 0 0,1 0 0 0,1 1 0 16,-1 1 0-16,-1 0 0 0,3 0 0 0,-8 0 0 0,5 0 0 0,-1 0 0 0,-4 0 0 0,4 0 0 15,-4 0 0-15,5 0 0 0,-3 0 0 0,-2 0 0 16,0 0 0-16,2 0 0 0,2 0 0 0,-2 0 0 16,-2 0 0-16,0 0 0 0,0 0 1 0,0 0-1 15,0 0 0-15,0 0 1 0,0 0 1 0,0 0-2 16,0 0 0-16,0 0 2 0,-2 0 0 0,-11 1-2 0,0 3 0 15,-4 2 2-15,2-4 0 0,-11 5-2 0,0 1 0 16,2-1 2-16,0 4 1 0,-4-2-3 16,-4 1 0-16,0-5 2 0,-1-1 0 0,1 2-2 0,-1 1 0 0,-5 0 2 15,5 3 1-15,1-1-3 16,0 0 0-16,-1 1 1 16,-3-1 0-16,1 0-1 0,-2-1 0 0,-2-1 0 0,1 1 1 15,7-1-1-15,-3 1 0 0,2-3 0 0,1 4 1 0,1-3-1 16,-2 1 0-16,1 1 0 0,-5 1 0 0,8-1 0 0,2-1 0 0,-4 0 0 0,2 1 0 15,8-3 0-15,1 1 0 0,1 0 0 0,-3-1 0 0,4-1 0 16,2 0 0-16,-3-1 0 0,3 1 0 0,6-2 0 31,-1 2 0-31,5-4 0 0,-3 2 0 0,3-1 0 16,-3 1 0-16,-3 0-1 0,9 0 1 0,-3 2 0 16,-1-4 0-16,-1 2-1 0,1-1 1 0,0 1 0 15,1 0 0-15,1-2-1 0,-2 0 1 0,1 0 0 16,3 0 0-16,-4 0-1 0,1 0 1 0,5 0 0 15,0 0 0-15,-2 0-1 0,-2 0 1 0,2 0 0 16,2 0 0-16,-3 0-2 0,1 0 2 0,2 0 0 0,-6 0 0 16,6 0 0-16,0 0 0 0,-2 0 0 15,-1 0 0-15,1 0 0 0,2 0 0 0,0 0 0 0,0 0 0 16,0 0 0-16,0 0 0 0,0 0 0 0,0 0 0 0,2 0 0 16,1 0 0-16,10-4 0 0,6 1 0 0,2-1 0 15,3 2 0-15,4-2 0 0,0 1 0 16,1-1-1-16,-1 0 1 0,2 1 0 0,2-1 0 0,-4-2-1 15,4 1 1-15,5-1 0 0,-2 0 0 0,6-1-2 0,-5 0 1 0,21-3 1 16,-6 3 0-16,-5 1-5 16,-1 3 2-16,-21-1 3 0,8-2 0 0,-4-1-7 15,3-1 2-15,12-3 5 0,-2 2 0 0,-3 0-8 0,1-1 1 0,-6 5 7 16,1-5 0-16,-3 7-7 0,1-3 1 0,-8 2 6 0,2-1 0 16,-5-1-7-16,3-1 0 0,-9 3 7 0,2 0 0 15,-2 1-7-15,-2-1 2 0,-8 2 5 0,1 2 0 0,1-4-6 16,-1 2 2-16,-4 1 4 0,3-1 0 0,-3 0-5 15,2 0 2-15,-2 2 3 0,2-2 0 0,-3 0-4 16,-1 0 1-16,2 1 3 0,2-1 0 0,-2 0-3 16,-2 0 0-16,4 0 3 0,-2 0 0 0,-1 0-2 0,3 2 1 15,-4 0 1-15,0 0 0 16,2 0-1-16,4 0 1 0,-6 0 0 0,0 0 0 0,0 0 0 0,0 0 0 16,0 0 0-1,0 0 0-15,0 0 0 0,0 0 0 0,0 0 0 0,0 0 0 0,0 0 0 0,0 0 1 0,0 0-1 16,0 0 0-16,0 0 0 0,0 0 1 0,0 0-1 31,0 0 0-31,0 0 0 0,0 0 1 0,0 0-1 0,0 0 0 0,-6 0 0 0,4 2 1 0,2-2-1351 16</inkml:trace>
  <inkml:trace contextRef="#ctx0" brushRef="#br1" timeOffset="37900.71">4176 11010 12 0,'0'0'0'0,"0"0"0"16,0 0 0-16,0 0 0 0,0 0 0 16,0 0 0-16,0 0 0 0,0 0 0 0,0 0 0 15,0 0 0-15,0 0 0 0,0 0 2 0,0 0 1 0,0 0-3 16,0 0 0-16,0 0 0 0,0 0 0 0,0 0 0 15,0 0 0-15,0 0 4 0,0 0-1 0,0 0-3 16,0 0 0-16,0 0 18 0,0 0 0 0,0 0-18 16,0 0 0-16,0 0 21 0,0 0 1 0,0 0-22 15,0 0 0-15,0 0 28 0,0 0 1 0,0 0-29 16,0 0 0-16,0 0 26 0,0 0 1 0,0 0-27 0,-2 0 0 0,2 0 26 0,-6-6 0 16,6 6-26-16,-7-6 0 15,7 6 26-15,-8-1 1 0,8 1-27 16,-11 0 0-16,11 0 24 0,-13 0-1 0,13 0-23 0,-11 0 0 0,11 0 25 15,-13 0 0-15,13 0-25 0,-8 0 0 0,8 0 24 0,-5 0 2 16,5 0-26-16,-6 0 0 0,6 0 25 0,-2 0 1 0,2 0-26 16,-2 0 0-1,2 0 26-15,-11 1 0 0,11-1-26 0,-13 4 0 0,13-4 30 0,-7 0-1 0,7 0-29 16,-6 4 0-16,6-4 26 0,-7 5 1 0,7-5-27 16,-11 2 0-16,11-2 23 0,-2 2 1 0,2-2-24 15,-6 4 0-15,6-4 19 0,-4 2 0 0,4-2-19 16,-2 0 0-16,2 0 16 0,0 0 0 0,0 0-16 15,0 0 0-15,0 0 18 0,0 0 1 0,0 0-19 16,0 0 0-16,0 0 18 0,0 2 0 0,0-2-18 0,0 0 0 16,0 0 21-16,0 0 0 0,0 0-21 15,0 0 0-15,0 0 22 0,0 1 1 0,0-1-23 0,0 2 0 16,0-2 23-16,0 0 2 16,0 0-25-16,0 0 0 0,0 0 22 0,0 0 1 0,0 0-23 0,0 0 0 0,0 0 21 15,0 2 2-15,0-2-23 16,0 0 0-16,0 0 18 0,0 0 0 0,0 0-18 0,0 0 0 0,0 0 14 0,0 0 2 15,0 0-16-15,0 0 0 16,0 0 13-16,0 0 1 0,0 0-14 0,0 0 0 0,0 0 12 0,0 0 0 16,0 0-12-16,0 0 0 15,0 0 9-15,0 2 2 0,0-2-11 0,0 4 0 16,0-4 9-16,0 0-1 0,0 0-8 0,0 0 0 0,0 0 9 0,-5 0 0 16,5 0-9-16,-2 0 0 0,2 0 7 0,-6 0 1 0,6 0-8 15,6 3 0-15,-6-3 7 0,2 4 1 0,-2-4-8 16,11 6 0-1,-11-6 5-15,15 3 2 0,-15-3-7 0,22 10 0 0,-22-10 8 0,17 2 0 0,-17-2-8 32,22 3 0-32,-22-3 9 0,15 0 1 0,-15 0-10 0,12 0 0 0,-12 0 11 0,20 0 1 0,-20 0-12 15,26 2 0-15,-26-2 14 16,32 0-1-16,-14 0-13 0,1 0 0 16,-2 0 15-16,5 0 1 0,-1 0-16 0,-1 0 0 0,-1 0 13 15,-1-5 2-15,1-1-15 0,2 2 0 0,3 2 12 16,-2 1 1-16,2-1-13 0,-5 2 0 0,0-4 11 15,-4 2-1-15,3 0-10 0,1 2 0 0,-6 2 7 16,-4 0 1-16,8-2-8 0,-4 0 0 0,6 0 9 16,-1 0 0-16,-1-2-9 0,2-2 0 0,3 1 9 15,0 3 0-15,3-4-9 0,1 2 0 0,-6 0 8 0,6 0 0 16,-2-1-8-16,3-3 0 0,1-1 6 0,-2 1 0 16,2 1-6-16,-6 1 0 0,2 0 5 0,-5 0 0 15,1 1-5-15,-1 1 0 0,0 2 5 0,-5 2-1 16,-1-4-4-16,-1 0 0 0,-5 0 4 0,-1 0-1 0,-4 0-3 15,3 2 0-15,-3 0 3 0,4 0 2 0,-3 0-5 16,-3 0 0-16,0 0 3 0,0 0 1 0,2 0-4 16,0 0 0-16,2 0 4 0,-4 0 1 0,0 0-5 15,0 0 0-15,0 0 3 0,0 0 2 0,0 0-5 16,0 0 0-16,0 0 4 0,0 0 1 0,0 0-5 16,0 0 0-16,0 0 4 0,0 0 2 0,0 0-6 0,0 0 0 15,-6 0 4-15,-1 0 1 0,-4 0-5 0,-2-2 0 16,-2-1 4-16,-8-1 2 0,3 2-6 0,1 0 0 15,2 0 5-15,-1 2 1 0,-5 0-6 0,1 0 0 0,-2 0 4 16,3 0 2-16,-3 2-6 0,4 0 0 0,-5 0 7 16,3 0-1-16,-2 0-6 0,-2 0 0 0,-6-1 6 15,4 1 1-15,-20 2-7 0,12-2 0 0,-1 0 4 16,0 2 2-16,9-3-6 0,-4 3 0 0,0-2 4 0,1 2 1 16,5-4-5-16,1 2 0 0,3-2 3 0,-2 0 2 15,3 1-5-15,-3 3 0 0,4-2 2 0,1 2 1 16,-5-1-3-16,3 1 0 0,1-2 3 0,1 0 0 15,-1 0-3-15,-5 0 0 0,5-1 2 16,1 3 0-16,-1-2-2 0,1 2 0 0,4-2 3 16,-2-1-1-16,10-1-2 0,1 2 0 0,-1 0 1 0,1 0 1 0,1-2-2 15,3 4 0-15,2-4 1 0,-4 0 2 0,2 0-3 16,2 0 0-16,-2 0 1 0,-1 0 1 0,1 0-2 16,2 2 0-16,-4-2 1 0,2 0 0 0,2 0-1 0,0 0 0 15,0 0 0-15,0 0 1 0,0 0-1 0,0 0 0 16,0 0 0-16,0 0 2 0,0 1-2 15,2 1 0-15,2 0 0 0,-4 0 1 0,7 2-1 16,1-2 0-16,-1 0 0 0,4-1 0 0,-3 1 0 0,3 0 0 16,-5 2 0-16,1 0 0 0,-1-3 0 0,1 1 0 0,4 0 0 15,-3 0 0-15,18 0 0 0,-2 0 0 0,4-4 0 0,6 0 0 16,3-2 0 0,-4 1 0-16,5-3 0 0,-5 2 0 0,10-1 0 0,-4-1 0 15,6 0 0-15,-4 3 0 0,2-5 0 0,-4 3 0 16,0-1 0-16,6 1 0 0,-14 1 0 15,3 2 0-15,-2 2 0 0,-4 0 0 0,-2 0 0 0,-2-2 0 16,0 0 0-16,-3-1 0 0,-1-1 0 0,1 2 0 0,-3 0 0 16,5 2 0-16,-16 0 0 0,0 0 0 15,1-4 0-15,-1 3 0 0,-3 1 0 0,2 0 0 0,-4 0 0 16,3 0 0-16,-5 0 0 0,2 0 0 0,2 0 0 16,-4 0 0-16,2 0 0 0,-1 0 0 0,3 0 0 15,-4 0 1-15,2 0-1 0,2 0 0 0,-4 0 0 16,2 0 1-16,-2 0-1 0,0 0 0 0,0 0 0 15,0 0 1-15,0 0-1 0,0 0 0 0,0 0 0 0,0 0 1 16,3 0-1-16,-1 0 0 0,-2 0 1 0,2 0 0 16,2 0-1-16,-4 0 0 0,2 0 2 0,1 0-1 0,-1 0-1 15,-2 0 0-15,2 0 1 0,2 0 0 0,-4 0-1 16,2 0 0-16,1 0 0 0,-1 0 1 16,-2 0-1-16,2 0 0 0,-2 0-1347 0</inkml:trace>
  <inkml:trace contextRef="#ctx0" brushRef="#br1" timeOffset="39635.01">5934 10937 389 0,'0'0'0'0,"-1"0"0"0,-3 0 0 0,2 0 0 0,2 0 1 0,-4 0-1 16,2 0 0-16,2 0 10 0,0 0 0 0,0 0-10 16,0 0 0-16,0 0 18 0,0 0 1 0,0 0-19 15,0 0 0-15,0 0 9 0,0 0 1 0,0 0-10 16,0 0 0-16,0 0 13 0,0-2-1 0,-7-2-12 15,1 1 0-15,-1 1 15 0,-2 2 0 0,1 0-15 16,1 0 0-16,-1 0 18 0,3 0 0 0,-6 0-18 16,1 0 0-16,-3 0 22 0,-4 0-1 0,2 0-21 15,2 0 0-15,0 0 23 0,0 0 1 0,2 0-24 0,0 0 0 16,2 0 18-16,-4 0 0 0,0 0-18 0,0 0 0 0,-4 0 19 16,2 2 1-16,-4 1-20 0,4-1 0 15,-3 0 15-15,-1-4-1 0,2 2-14 0,8 0 0 0,2 2 17 16,1 0 1-16,2 2-18 0,2-4 0 0,-3 0 15 15,3 0 0-15,-4 0-15 0,4 0 0 0,-3 0 14 0,1 3-1 16,2-3-13-16,0 0 0 0,-1 0 15 16,3 0 0-16,0 0-15 0,0 0 0 0,0 0 14 0,0 0 2 0,0 0-16 15,0 0 0-15,0 0 16 0,0 0-1 16,0 0-15-16,0 0 0 0,0 0 16 0,0 0 1 16,0 0-17-16,0 0 0 0,0 0 17 0,0 0 1 0,0 0-18 15,0 0 0-15,-2 0 16 0,2 0 2 16,-6 0-18-16,2 0 0 0,3 2 17 0,1 2 1 0,-2-4-18 0,-2 0 0 15,2 0 16-15,2 0 0 0,0 0-16 16,-5 0 0-16,3 0 15 0,2 0 1 0,-4 0-16 16,4 0 0-16,-2 0 15 0,-2 0-1 0,3 0-14 15,1 0 0-15,0 0 15 0,0 0 1 0,0 0-16 0,0 0 0 0,0 0 13 16,0 0 0-16,0 0-13 16,0 0 0-16,1 0 13 0,3 0-1 0,2 0-12 0,7 0 0 0,7-4 14 0,8 2-1 15,2-1-13 1,-2-1 0-16,-4 2 12 0,2 2 1 0,0 0-13 15,4 0 0-15,-2-4 13 0,4-1 1 0,-1 1-14 16,-4-1 0-16,1 3 14 0,1 0 1 0,-1-2-15 16,2 0 0-16,-4 3 13 0,0 1 1 0,0-4-14 0,-1 4 0 0,1-4 12 0,2 2 2 15,1 2-14-15,-3-4 0 16,2 1 10-16,4-1 0 0,-6 0-10 0,0 1 0 0,0-1 8 0,-1 0 0 0,-1 0-8 16,4 1 0-16,0 1 7 0,3 0 1 0,-1 2-8 15,-7-2 0-15,-1 2 6 0,-3 0 1 16,-5-4-7-16,1 3 0 15,4-1 7-15,-2 0 1 0,-8 0-8 0,2 2 0 0,-3 0 8 0,3 0 0 16,-4 0-8-16,5 0 0 0,-5-2 8 16,4-2 1-16,-7 1-9 0,1 1 0 0,1 0 8 0,0 0 1 15,-6 2-9-15,7 0 0 0,-7 0 6 0,0 0 2 16,0 0-8-16,2 0 0 0,2 0 6 0,-2 0 1 0,-2 0-7 16,0 0 0-16,0 0 5 0,0 0 2 15,0 0-7-15,0 0 0 0,0 0 8 0,0 0 0 16,0 0-8-16,0 0 0 0,0 0 10 0,0 0 0 15,-2 0-10-15,-9 0 0 0,-3 0 10 0,-4 0 0 0,-5 2-10 16,-1 0 0-16,4 0 10 0,-6 0 1 0,1-1-11 16,-1 3 0-16,2-2 8 0,2 2 1 0,-4-1-9 15,-6 3 0-15,0-4 8 0,-5 2 1 0,4-1-9 0,1 3 0 16,-2-1 7-16,5 1-1 0,-5 0-6 0,-3-1 0 16,3 1 6-16,-5 1 0 0,6-1-6 15,-5-1 0-15,7-1 4 0,-1-4 1 0,0 2-5 16,4 2 0-16,-2-1 3 0,3 1 2 0,0 2-5 15,-2-3 0-15,1-1 3 0,-2 2 0 0,4 0-3 16,3-1 0-16,-1-3 3 0,0 2 0 0,2-2-3 16,5 0 0-16,2 0 1 0,4-2 1 0,3 2-2 15,1 0 0-15,-1 0 0 0,3 0 1 0,-5 0-1 16,1 0 0-16,2 2 0 0,-4-2 2 0,3 2-2 0,2 0 0 16,-1 0 0-16,0 2 1 0,1-3-1 0,0 1 0 15,-1-2 0-15,1 0 1 0,3 2-1 0,-1-2 0 0,4 0 0 16,-4 0 1-16,2 0-1 0,2 0 0 15,-3 0 0-15,1 0 1 0,2 0-1 0,-2 0 0 0,-2 0 0 16,2-2 1-16,2 2-1 0,-3 0 0 0,1 0 0 0,2 0 1 16,0 0-1-16,0 0 0 0,0 0 0 0,0 0 1 15,0 0-1-15,0 0 0 0,0 0 0 16,0 0 0-16,0 0 0 0,0 0 0 0,0 0 0 0,0 0 0 16,0 0 0-16,5 0 0 0,1 2 0 0,1-2 0 15,32-4 0-15,-5 3 0 0,3-7 0 0,2 4 0 16,-7-1 0-16,2 3 0 0,-3 2 0 0,3 0 0 15,3-4 0-15,-5 2 0 0,1-1 0 0,5-5 0 0,-1 3 0 16,-2 1 0-16,4 2-1 0,0-2 1 16,-3 1 0-16,-3 1 0 0,-1-2-2 0,5 0 1 0,-20 3 1 15,5 1 0-15,5-4-2 0,-7 0-1 0,-12 2 3 16,5 0 0-16,0 0-2 0,-2 2 0 0,-6 0 2 0,1 0 0 16,-4-1-2-16,3-1-1 0,-3 2 3 15,2 0 0-15,-2-4-1 0,0 4 0 0,-2 0 1 0,3 0 0 0,-3 0-1 16,6 0 0-16,-4 0 1 0,-2 0 0 0,2 0-1 15,2 0 1-15,-4 0 0 0,0 0 0 0,0 0-1 16,0 0 1-16,0 0 0 0,0 0 0 0,0 0-1 0,0 0 1 16,0 0 0-16,1 0 0 0,-1 0 0 0,0 0 0 15,4-2 0-15,-4 2 0 0,2 0 0 0,0 0 0 16,2-2 0-16,-4 0 0 16,0 2-1297-16</inkml:trace>
  <inkml:trace contextRef="#ctx0" brushRef="#br1" timeOffset="42399.8">7250 10879 464 0,'0'0'0'16,"0"-2"0"-16,0 1 0 0,0-1 9 0,6 0 1 15,-6 0-10-15,-6 0 0 0,6 0 24 0,0 0-1 0,0 1-23 0,0-1 0 0,0 2 41 0,6 0 0 0,-6 0-41 32,0 0 0-32,0 0 13 0,0 0 0 0,0 0-13 15,0 0 0-15,0 0 20 0,0 0 2 0,0 0-22 16,0 0 0-16,0 0 30 0,0 0 0 0,0 0-30 15,0 0 0-15,0 0 29 0,0 0 2 0,0 0-31 16,0 0 0-16,-6 0 27 0,4 0 1 0,-7 2-28 16,-1-2 0-16,5 0 27 0,-6 0 1 0,-2 1-28 15,-2 1 0-15,2 0 23 0,0 0 2 0,0-2-25 16,0 0 0-16,-4 0 21 0,2 0 2 0,2 0-23 16,0 0 0-16,2 2 18 0,-1 0 1 0,5 0-19 0,-2-1 0 15,3 1 15-15,1-2 1 0,-3 0-16 0,2 0 0 16,1 0 14-16,3 0-1 0,-4 0-13 0,6 0 0 15,-1 0 12-15,-3 0 1 0,2 0-13 0,2 0 0 0,-4 0 12 16,2 0 2-16,2 0-14 0,0 0 0 16,0 0 13-16,0 0 2 0,0 0-15 0,0 2 0 15,2-2 14-15,2 0 2 0,-4 0-16 0,2 2 0 0,2-2 13 0,-3 0 2 16,-1 4-15-16,2-4 0 0,2 2 12 16,-4-1 2-16,2 1-14 0,3 0 0 0,-5-2 15 0,2 0 1 0,2 2-16 15,2 2 0-15,-4-4 15 0,3 2-1 0,3 0-14 0,3-1 0 0,-4-1 15 16,6 0 1-16,2 0-16 15,2 0 0-15,-2 0 15 0,5 0 2 16,-1-1-17-16,5-3 0 0,-3 0 15 0,3 2-1 0,2 0-14 0,6 0 0 0,1 1 14 0,4-1-1 16,3 2-13-1,-3-4 0-15,-2 4 11 0,2 0 2 0,1-2-13 16,1-2 0-16,-4 1 14 0,8-1 2 0,-2 0-16 16,2 2 0-16,-6 2 16 0,2 2 0 0,1-2-16 0,-9-2 0 0,1-1 14 0,-6-1 1 15,0 2-15 1,0 2 0-16,-5 0 13 0,-3 0 1 0,-3-4-14 0,2 3 0 0,-8 1 12 0,1-2 0 0,3 0-12 15,-4 2 0-15,2 2 12 0,2 0-1 0,-5-2-11 16,3 0 0-16,-4 0 9 0,4 0 0 0,-1 0-9 31,1-2 0-31,-2 2 9 0,2 0 0 0,1 0-9 16,1 0 0-16,0 0 6 0,2 0 2 0,1 0-8 16,-8 0 0-16,-1 0 6 0,-1 0 0 0,-1 0-6 15,3 0 0-15,-3 0 4 0,1-6 2 0,-4 6-6 0,-2 0 0 16,0 0 4-16,2 0 2 0,2 0-6 0,-4 0 0 15,0 0 4-15,0 0 1 0,0 0-5 0,0 0 0 0,0 0 3 16,0 0 2-16,0 0-5 0,0 0 0 0,0 0 4 16,-8 0 1-16,-3 0-5 0,-10 4 0 0,-8-2 3 15,-5-2 1-15,0 0-4 0,-1 2 0 0,2-2 4 16,1 0-1-16,0 1-3 0,1-1 0 0,1-1 3 16,-2-1 2-16,2 2-5 0,2 2 0 0,-2-2 3 15,8 5 1-15,-4-3-4 0,2 0 0 0,-2 2 2 0,1-3 1 16,3 1-3-16,-2 2 0 0,-6-2 3 0,2 0 0 15,2 0-3-15,-4 1 0 0,4-1 2 0,-2 0 0 16,2 2-2-16,0-2 0 0,2-1 2 0,3 1-1 16,3 0-1-16,-3 0 0 0,3 2 0 0,5-4 1 0,-1 2-1 15,1 0 0-15,-5-1 0 0,5 1 0 0,0 0 0 16,0-2 0-16,0-2 0 0,0-1 0 0,0 1 0 16,1 2 0-16,5 0 0 0,-1 0 0 0,-1 0 0 15,5 0 0-15,-1 0 0 0,1 2 0 0,0-2 0 16,1 0 0-16,1 1 0 0,-6 1 0 0,3 0 0 15,-6 0 0-15,5 0 0 0,-1 0 0 0,-1 0 0 16,1-1 0-16,-3-1 0 0,3 0 0 0,-1 0 0 0,3 0 0 16,-1 0 0-16,2 0 0 0,-1 0 0 0,-1 2 0 15,1 0 0-15,3 0 0 0,-4-2 0 0,4 0 0 0,-1 0 0 16,1 0 0-16,2 0 0 0,-4 0 0 0,2 0 0 16,2 0 0-16,-4 0 0 0,3 0 0 0,-1 0 0 15,2 0 0-15,-4 0 0 16,2 0 0-16,2 0 0 0,0 0 0 0,0 0 0 0,0 0 0 0,0 0 0 0,0 0 0 15,0 0 0-15,0 0 0 16,0 0 0-16,0 0 0 0,0 0 0 0,0 0 0 0,0 0 0 0,0 0 0 16,0 0 0-16,0 0 0 0,0 0 0 0,0 0 0 15,0 0 0-15,0 0 0 0,2 0 0 0,2 0 0 0,5 0 0 16,2 0 0-16,4 0-1 0,2 0 1 16,5-2 0-16,-3 0 0 0,0-1-1 0,-1-1 1 0,1 2 0 15,-1 0 0-15,3 0-2 0,-2 2 1 0,7-2 1 16,0 1 0-16,2-3-2 0,2 0 1 0,-6 2 1 15,4 0 0-15,-4 0-2 0,2 1-1 0,6-1 3 16,-4 2 0-16,3-4-3 0,1 2 1 0,-6 0 2 16,0 0 0-16,0-1-4 0,2-1 1 0,4 0 3 15,-2 2 0-15,1 1-3 0,1-3-1 0,-10 2 4 0,4 2 0 16,-1 0-4-16,-5 0 1 0,17-2 3 0,-5 2 0 16,2-4-4-16,3 1 1 0,-9-1 3 0,2 2 0 15,3-2-4-15,-5-1 1 0,8 3 3 0,-1 0 0 16,0 2-3-16,1 0 0 0,-1-5 3 0,1 3 0 0,-1 0-2 15,-1 2 0-15,-7-2 2 0,5-2 0 0,-2 2-2 16,2 1 1-16,-4 1 1 16,-2-6 0-16,3 2-2 0,-2 0 2 0,-1-1 0 0,0 3 0 15,2 4 0-15,-2 0 0 0,0 1 0 16,-4-3 0-16,4 0 0 0,-5 0 0 0,-3 0 0 16,-5 0 0-16,2 2 0 0,2 0 0 0,-8-2 0 15,1 0 0-15,-1 0 0 0,2 0 0 0,-5 0 0 0,1 0 0 0,-1 0 0 0,-2 0 0 0,1 0 0 16,1 0 0-16,-1 0 0 0,1 0 2 15,0 0-2-15,-5 0 0 0,5 0 1 0,-4 0 0 0,2 0-1 16,-4 0 0-16,2 0 1 0,-1 0 1 0,3 0-2 16,-4 0 0-16,2 0 2 0,2 0 2 0,-4 0-4 0,0 0 0 15,0 0 4-15,0 0 2 0,0 0-6 0,0 0 0 16,0 0 7-16,0 0 0 0,-11-4-7 16,-3-1 0-16,-2 5 9 0,-5-2 2 0,-7-2-11 0,2 2 0 15,0 2 10 1,0-3 0-16,-6-1-10 0,2 4 0 0,-3 0 8 15,1 2 1-15,-1 0-9 0,1 1 0 0,-1-3 6 0,1 2 2 0,-7 2-8 0,0-2 0 0,-4-2 6 16,2 0-1-16,-23 0-5 0,12 5 0 0,2-1 4 0,5-2-1 31,17 0-3-31,-3 4 0 0,-5-6 2 0,1 7 1 16,-30-1-3-16,14-1 0 0,1-1 1 0,5-2 0 16,23-2-1-16,-4-2 0 0,-6 2 0 0,0 0 1 15,1 4-1-15,-7-3 0 0,7 3 0 0,-3-4 0 0,8 2 0 16,0 0 0-16,0-2 0 0,0 2 0 0,7 0 0 15,-5-1 0-15,2 3 0 0,-1-4 0 0,3 2 0 16,-1 0 0-16,1-2 0 0,1-2 0 0,-1 0 0 16,3 2 0-16,2 2 0 0,-4 0 0 0,12 0 0 15,-2 0 0-15,5-2-1 0,-5 0 1 0,-1 1 0 16,1 1 0-16,0 0-1 0,1 0 1 0,-14 0 0 16,1 0 0-16,1 0-1 0,-1-1 1 0,10-1 0 0,0 2 0 15,2-2-1-15,-4 0 1 0,-4 2 0 0,-2 0 0 16,4 2-2-16,2-4 2 0,2 0 0 15,2 0 0-15,-1 0-1 0,1 0 1 0,2 0 0 0,1 0 0 0,-1 0-1 16,1 0 1-16,1 0 0 0,-3 0 0 0,4 0-2 16,2 0 1-16,-3 0 1 0,3 0 0 0,-4 0-2 15,6 0 0-15,-1 0 2 0,-3 0 0 0,2 0-2 16,2 0 1-16,-4 0 1 0,2 0 0 0,2 0-1 0,-3 0 0 16,3 0 1-16,0 0 0 0,0 0-2 0,0 0 0 15,3 2 2-15,-1-1 0 0,8 1-2 0,-1 0 1 16,24 0 1-16,-3 2 0 0,2-4-2 0,-4 0 1 15,11 0 1-15,-4 0 0 0,5-4-3 0,-1 2 1 16,26-2 2-16,-9 3 0 0,-4-1-2 0,-4 2 0 0,-12 0 2 16,3-4 0-16,0 2-3 0,6-2 1 0,35-1 2 15,-17 1 0-15,-5 0-3 0,-2 3 1 0,-10 1 2 16,1 0 0-16,5 0-4 0,-1 1 1 0,1-2 3 16,-2-3 0-16,0 2-5 0,-1-4 2 0,-18 5 3 15,7-1 0-15,-1 2-4 0,2 0 0 0,0-2 4 16,0-2 0-16,-1 0-5 0,-5 3-1 0,-5-3 6 15,2 2 0-15,2 0-6 0,-6 2 1 0,-6 0 5 0,4-4 0 16,2 3-5-16,-7-1 1 0,2 0 4 0,-3 0 0 16,-1-2-5-16,2 1 2 0,-10 3 3 15,4 0 0-15,-6 0-3 0,3 0-1 0,-5 0 4 0,1 0 0 0,0 0-3 16,-1 0 1-16,-1 0 2 0,0 0 0 16,1 0-3-16,-3 0 2 0,4 0 1 0,-5 0 0 0,3 0-1 15,2 0 1-15,-6 0 0 0,2 0 0 0,0 0 0 16,1 0 0-16,-3 0 0 0,2 0 0 0,2 0 0 0,-4 0 1 15,2 0-1-15,0 0 0 0,-2 0 1 0,0 0 2 16,0 0-3-16,0 0 0 0,0 0 3 0,0 0 0 16,0 0-3-16,0 0 0 0,0 0 5 0,0 0-1 0,0 0-4 15,0-6 0-15,0 4 5 0,0 0-1 0,0 2-1318 16</inkml:trace>
  <inkml:trace contextRef="#ctx0" brushRef="#br1" timeOffset="106332.5">2433 9629 175 0,'0'0'0'0,"0"0"0"0,0 0 0 16,0 0 5-16,0 0 1 0,0 0-6 0,0 0 0 15,0 0 31-15,0 0 1 0,0 0-32 0,0 0 0 16,0 0 47-16,0 0 1 0,0 0-48 0,0 0 0 0,0 0 17 16,0 0 1-16,0 0-18 0,0 0 0 0,0 0 26 15,0 0-1-15,0 0-25 16,0 0 0-16,0 0 31 0,0 0 0 0,0 0-31 0,0 0 0 0,0 0 24 16,0 0 0-16,0 0-24 15,0 0 0-15,0 0 23 0,0 0 0 0,0 0-23 16,0 0 0-16,0 0 22 0,0 0-1 0,0 0-21 0,0 0 0 0,0 0 22 15,0 0 1-15,0 0-23 0,0 0 0 0,0 0 20 0,0 0 1 0,0 0-21 16,0 0 0-16,0 0 23 0,0 0-1 0,0 0-22 16,0 0 0-16,0 0 22 0,0 0 0 0,0 0-22 15,0 0 0-15,0 0 18 0,0 4 0 0,0-4-18 16,0 9 0-16,0-9 16 0,-1 28-1 0,-5-7-15 16,2-1 0-16,2 0 14 0,2-1-1 0,0 0-13 15,0-6 0 1,0 0 15-16,-5-2 0 0,3-4-15 0,-2-1 0 0,4 0 14 0,0 1 2 0,0-1-16 15,0-3 0 1,0 1 18-16,0-4 0 0,0 4-18 0,0-2 0 0,0-1 22 0,4 1 2 0,-4-2-24 0,0 0 0 16,0 0 24-16,0 0 2 0,0 0-26 0,0 0 0 15,0-2 28 1,0-1 2-16,2-7-30 0,-2-4 0 0,5-11 31 0,-3-6 1 16,2 1-32-16,-4 4 0 0,6 4 33 0,-5 3 1 0,-1 4-34 0,0 2 0 0,0 2 31 15,2 5 2-15,-2 1-33 16,-2-3 0-16,1 3 36 0,-3-1-1 0,2 2-35 0,2 1 0 0,-4 3 33 0,2-4 1 15,2 2-34 1,0 0 0-16,0 0 24 0,0 1 2 0,0-1-26 16,0 2 0-16,0 0 23 0,0-4 0 0,0 2-23 0,0 0 0 0,0 0 18 0,0 1 1 15,-5-1-19-15,3 0 0 0,-4 0 14 0,6 0-1 16,-2 2-13-16,-1-4 0 0,1 4 10 0,2 0 0 0,-4 0-10 31,2 0 0-31,2 0 6 0,-2 0 1 0,-1 0-7 16,3 0 0-16,-2 0 3 0,2 0 2 0,0 0-5 15,0 0 0-15,0 0 2 0,0 0 1 0,0 0-3 0,0 0 0 0,0 0 1 0,0 0 2 16,0 0-3 0,2 0 0-16,-2 0 1 0,0 0 0 0,3 0-1 0,-1 0 0 0,0 0 1 0,4 0 0 15,5 0-1-15,-2 0 0 0,4 0 0 0,4 0 1 0,2 0-1 16,-4 0 0-16,3-2 0 0,1-1 1 0,-4-1-1 16,9 4 0-16,-4 0 0 0,7 0 1 0,-1 0-1 15,0 0 0-15,0 0 0 0,-2 0 0 16,0 0 0-16,-1 0 0 0,1-6 0 0,0 3 0 15,-3-1 0-15,3 4 0 16,-4-4 0-16,1 2 0 0,-3 1 0 0,3-1 0 0,-1 0 0 0,3 2 0 0,-1 0 0 16,2 0 0-16,1-2 0 0,-5-2 0 0,6 2 0 0,-2 2 0 15,-1 0 0-15,1 2 0 0,0-2 0 16,-3-2 0-16,5-1 0 0,-6 1 0 0,4 0 0 0,1 0 0 16,-3-2 0-16,2 4 0 0,2 0 0 0,0-3 0 15,-5 1 0-15,-2-4 0 0,5 4 0 0,-2 2 0 0,2-5 0 16,1 3 0-16,-3 2 0 15,2-2 0-15,-5 0 0 0,-1 0 0 16,1-1 0-16,-2 3 0 0,5-2 0 0,-5 2 0 0,2-8 0 0,3 6 0 0,-2-1 0 0,1-1 1 16,-2 0-1-1,-6-1 0-15,0 5 0 0,0-4 0 0,0 2 0 16,-6 0 0-16,4 0 0 0,-5 1 0 0,3-1 0 16,2 2 0-16,-5-4 0 0,2 2 0 0,-3 2 0 0,3-2 0 0,-3 0 0 0,3-1 0 0,-1 1 0 15,4 2 0 1,-3-2 0-16,3 2 0 0,-2 0 0 0,2-2 0 0,2 2 0 0,-5 0 2 0,3 0-2 15,0 0 0-15,-3 0 0 16,1 0 1-16,2 0-1 0,-3 0 0 0,-1 0 0 0,2 0 1 16,-7 0-1-16,9 0 0 0,-3 0 0 0,-3 0 1 15,3 0-1-15,-2-5 0 0,3 1 0 0,2 2 0 0,-5 0 0 16,-1 2 0 0,-1-4 0-16,0 2 0 0,1 1 0 15,-3-1 0-15,-2 0 0 0,2 2 1 0,-2 0-1 0,0 0 0 16,0 0 1-16,0 0 0 0,4 0-1 0,-2 0 0 15,1 0 1-15,-3 0 1 0,2 0-2 0,-2 0 0 0,6 0 1 16,-6 0 0-16,0 0-1 0,2 0 0 0,1 0 1 16,-1 0 0-16,2 0-1 0,-4 0 0 0,2 0 1 15,-2 0 0-15,0 0-1 0,0 0 0 0,0 0 0 16,0 0 1-16,5 0-1 0,-5 0 0 0,0 0 0 0,2 0 2 16,2 2-2-16,-2 0 0 0,0-1 0 0,1 1 1 15,-3 2-1-15,0-4 0 0,6 4 0 0,-4 0 0 16,-2 1 0-16,5-1 0 0,1 1 0 0,-4 1 0 0,4 0 0 15,-6-1 0-15,7 1 0 0,-5-1 1 0,2 3-1 16,1-5 0-16,-5 3 0 0,2 0 1 0,0-1-1 16,2 1 0-16,-3-1 1 0,3 1 0 0,-4 1-1 15,2-1 0-15,2 1 1 0,-2 1 2 0,0-1-3 16,1 1 0-16,-3 1 2 0,2-3 0 0,2 1-2 16,-2-1 0-16,-2-1 3 0,2 3 1 0,1-3-4 15,-3 5 0-15,2 1 5 0,2-2 1 0,-4 2-6 16,0 2 0-16,0-2 6 0,0 2-1 0,0-3-5 0,0 1 0 15,0 0 6-15,2-4 1 0,-2 1-7 0,0-1 0 16,0 3 5-16,0-5 2 0,0-1-7 0,0 0 0 16,0-1 8-16,0 1 1 0,0 2-9 15,0-4 0-15,0 1 10 0,0 1 1 0,0 0-11 0,0-1 0 16,0 1 15-16,0 0-1 0,0-2-14 0,0 0 0 0,0 1 16 16,0-3 0-16,0 2-16 0,0 0 0 0,0 0 14 0,0 0 1 15,0 0-15-15,0 1 0 0,0-3 18 0,0 2 0 16,0-2-18-16,0 0 0 0,0 0 18 0,0 0 0 15,0 0-18-15,0 0 0 0,0 0 13 0,0 0 2 16,0 0-1526-16</inkml:trace>
  <inkml:trace contextRef="#ctx0" brushRef="#br1" timeOffset="108102">4399 11142 476 0,'0'0'0'0,"0"0"0"31,0 0 0-31,0 0 80 0,0 0 0 0,0 0-80 0,0 0 0 0,0 0 55 0,0 0 1 16,0 0-56-16,0 0 0 0,0 0 40 0,0 0 1 0,0 0-41 15,0 0 0-15,0 0 27 0,0 0 0 16,0 0-27-16,0-4 0 0,0 4 15 0,0-2 2 0,0 2-17 0,0-6 0 15,0 6 11-15,0-3 1 0,0 3-12 0,0-4 0 32,0 4 10-32,2-2 0 0,-2 2-10 0,0 0 0 15,0 0 12-15,0 0 2 0,0 0-14 0,0 0 0 16,0 0 15-16,0 0 2 0,0 0-17 0,0 0 0 0,0 0 19 16,0 0 1-16,0 0-20 0,0 0 0 0,0 0 21 15,0 0-1-15,0 0-20 0,0 0 0 0,0 0 22 16,4 0 1-16,-4 0-23 0,0 0 0 0,0 0 23 0,0 0 1 15,0 0-24-15,0 0 0 0,0 0 22 16,0 0 1-16,0 0-23 0,0 4 0 0,0-4 23 0,0 5 1 16,0-5-24-16,0 15 0 0,0-15 27 0,0 28 0 15,0-28-27-15,-6 34 0 0,1-17 27 0,5 1 1 16,0-3-28-16,0-2 0 0,0-4 28 0,0 1 0 0,0-1-28 16,0 2 0-16,0 0 27 0,1 2 1 0,3 0-28 15,-4-2 0-15,2-3 27 0,2 1 0 0,-2-1-27 16,-2-3 0-16,1-1 30 0,-1 0 0 0,0-1-30 15,4 1 0-15,-4 2 29 0,2-3 1 0,-2-1-30 16,0 2 0-16,4 2 25 0,-2 1 1 0,-2-5-26 16,0 0 0-16,0 0 26 0,0 1 0 0,0 1-26 15,2-4 0-15,-2 0 23 0,0 0 1 0,3 2-24 0,-3 0 0 16,2 0 19-16,2-1 0 0,-4 1-19 0,0 0 0 16,0 0 18-16,2 0 1 0,-2 0-19 0,0 0 0 15,2-1 16-15,1-1 0 0,-3 0-16 0,2 2 0 16,2-2 15-16,-2 0 1 0,3 0-16 0,-3 2 0 0,2-2 15 15,2 0-1-15,-5 2-14 0,5-2 0 16,-4 0 15-16,3 0 0 0,1 0-15 0,1 0 0 16,-1 0 15-16,2 0 1 0,-3 0-16 0,4 0 0 0,3-2 15 0,1-2 2 15,3 1-17-15,-1 1 0 0,6 0 15 0,1 0-1 16,-1 2-14-16,-1 0 0 0,-7 0 12 0,4 0-1 16,-4 0-11-16,2 0 0 0,-2 0 9 0,6 0 0 15,-4-2-9-15,3-1 0 0,3 1 5 0,3 0 1 0,-6 0-6 16,1 2 0-16,-6-4 5 0,2 2-1 0,4 1-4 15,-4-1 0-15,7 0 3 0,-2 0 1 0,1 2-4 16,-2-4 0-16,-1 2 2 0,3 1 1 0,-3 1-3 16,1 0 0-16,0 0 4 0,-4 1-1 0,3-1-3 15,1-1 0-15,-4-1 4 0,1 0-1 0,3 2-3 16,-4 0 0-16,0 0 2 0,-2 0 1 0,-2 0-3 16,0 0 0-16,2-2 3 0,-3-2-1 0,1 1-2 15,2 3 0-15,2 0 2 0,2 0 0 0,1 1-2 0,1-1 0 16,-2-3 3-16,1-1-1 0,5 2-2 0,-7 0 0 15,3 2 1-15,-2 2 1 0,-4 0-2 16,5 0 0-16,-8-2 1 0,1-2 1 0,2 0-2 0,0 0 0 16,0 2 0-16,6 0 1 0,-1 0-1 15,-1 0 0-15,2 0 0 0,5 2 1 0,-5-2-1 0,-1-2 0 16,-5-3 0-16,2-1 0 0,-2 2 0 0,0 1 0 16,-2 1 0-16,-1 2 0 0,1 0 0 15,-4 0 0-15,5 0 0 0,-5 0 0 0,0 0 0 0,-1 0 0 0,0 0 0 0,-1-2 0 16,3-2 0-16,-3 0 0 0,1 3 0 0,-4 1 0 15,3 0 0-15,1 0 0 0,1-2 0 0,-1-2 0 16,1 2 0-16,-1 0 0 0,-4 0 0 0,2 1 0 0,-3-1 0 16,1 2 0-16,-2 0 0 0,4 0 1 0,-4 0-1 15,6 0 0-15,-5-6 0 0,-1 2 1 0,2 3-1 16,2-1 0-16,-2 2 1 0,4-4 0 0,-1 2-1 16,-5 0 0-16,8-1 1 0,-8-1 2 0,5 0-3 15,1 0 0-15,-6 1 2 0,3-1 0 0,1 0-2 16,2 0 0-16,-2-3 2 0,-4-2 1 0,3-6-3 0,3-4 0 15,-4-5 3-15,3-2 0 16,1 4-3-16,1-1 0 0,-5 5 4 0,4 1 0 0,-2 0-4 16,-4 2 0-16,1 2 5 0,-1 2-1 0,0 9-4 0,0-1 0 15,0 1 7-15,0-4 0 0,0 2-7 0,0 1 0 0,0-1 8 16,0 0-1-16,0 2-7 0,0 1 0 0,0-1 7 16,0 2 0-16,0-4-7 15,0 2 0-15,0 0 5 0,0 0 1 0,0 2-6 0,0 0 0 16,0 0 5-16,0 0-1 0,0 0-4 0,0 0 0 0,0 0 3 15,0 0 2-15,0 0-5 0,0 0 0 0,0 0 1 0,0 0 0 16,-1 0-1-16,1 0 0 0,-4 0 0 0,2 0 0 16,-4 10 0-16,-1 3 0 0,3 5-2 0,-3 3 0 0,5-8 2 15,2 0 0-15,0-13-1751 0</inkml:trace>
  <inkml:trace contextRef="#ctx0" brushRef="#br1" timeOffset="115386.44">6605 10950 225 0,'0'0'0'0,"0"0"0"0,0 0 0 16,0 0 6-16,0 0-1 0,0 0-5 16,0 0 0-16,0 0 38 0,0 0 1 0,0 0-39 15,0 0 0-15,0 0 57 0,0 0 1 0,0 0-58 0,0 0 0 16,0 0 18-16,0 0 1 0,0 0-19 15,0 0 0-15,0 0 29 0,0 0 2 0,0 0-31 16,0 0 0-16,0 0 40 0,0 0 0 0,0 0-40 16,0 0 0-16,0 0 32 0,0 0 0 0,0 0-32 0,0 0 0 15,0 0 32-15,0 0 0 0,0 0-32 16,0 0 0-16,0 0 27 0,0 0 0 0,0 0-27 0,0 0 0 16,0 0 24-16,0 0 1 0,0 0-25 0,0 0 0 15,0 0 21-15,0 0 0 0,0 0-21 0,0 0 0 16,0 0 20-16,0 0 1 0,0 0-21 0,0 0 0 0,0 0 16 15,0 0 2-15,0 0-18 0,0 0 0 0,0 0 17 16,0 0 0-16,0 0-17 0,0 4 0 0,0-4 17 16,0 15 0-16,0-15-17 0,0 39 0 0,-2-13 17 0,-3 5 0 15,1-3-17-15,2-2 0 0,2 0 17 0,2 0 1 16,2 0-18-16,-4-1 0 0,0-3 20 0,0 0 1 16,0 1-21-16,0-3 0 0,0-3 23 0,0 0 2 15,0-1-25-15,0-3 0 0,0 0 26 0,0-5 0 0,0 1-26 16,0 0 0-16,0 1 29 0,0-1 1 0,0-2-30 15,0-1 0-15,0-2 35 0,0-2 0 0,0 1-35 16,0 1 0-16,0 0 36 0,0-1-1 0,0 1-35 16,0 0 0-16,0-2 40 0,0-2 0 0,0 0-40 15,0 2 0-15,0 0 35 0,0-1 1 0,0 1-36 16,0 0 0-16,5 0 29 0,-3 2 1 0,-2-4-30 16,0 0 0-16,2 0 25 0,4 0 1 0,-1 0-26 15,6 0 0-15,3 0 24 0,4 0 2 0,-1 0-26 0,2 0 0 16,-1 0 23-16,1 2-1 0,-1-2-22 15,3-2 0-15,-2-4 21 0,7 1 1 0,-2 1-22 0,-2 0 0 16,4 0 16-16,4 2-1 0,-4-1-15 16,6-1 0-16,1 2 14 0,-1 0-1 0,0 0-13 0,1 1 0 0,1-3 12 15,-2 2 1-15,1-2-13 16,-1 2 0-16,-1 1 11 0,1-1 0 0,0-2-11 0,-1 4 0 0,1-4 9 0,-6 4 0 16,2-2-9-16,2-1 0 0,2-1 7 0,-4 2 1 15,1-2-8-15,-2 3 0 0,-5 1 4 0,2 1 1 16,2-1-5-16,-2 0 0 0,2 0 3 0,1 0 1 15,-1-1-4-15,-6-3 0 0,1 0 2 0,-3 0 1 0,1 4-3 16,0-5 0-16,-1 5 2 0,1 5 1 16,-6-5-3-16,2 0 0 0,-2-7 2 15,2 3 0-15,-4 4-2 0,0-2 0 0,-3 2 1 0,-1 0 1 0,-3 0-2 16,3 0 0-16,1 0 2 0,-7-3 0 0,3-1-2 16,2 0 0-16,-4 2 1 0,3 0 1 0,-3 1-2 15,2 1 0-15,-4-4 1 0,2 4 0 0,0 0-1 16,1 0 0-16,-3 0 2 0,2-2-1 0,2 0-1 15,-4 0 0-15,2-1 2 0,1 1 0 0,-1-2-2 16,0-2 0-16,2-1 4 0,3-2-1 0,-1-4-3 0,0-4 0 16,1-2 3-16,2-1 1 0,1-1-4 0,-10 3 0 15,3-6 5-15,3 1 1 0,-2-1-6 0,3 2 0 0,-5-4 6 16,4 0 0-16,-1 3-6 16,1 5 0-16,1-1 8 0,-1 6 1 0,-4 0-9 0,-2-4 0 0,0 8 9 15,0 3 0-15,0-1-9 0,0 1 0 0,0 3 7 16,0 3 1-16,0-2-8 0,0-2 0 0,0 2 7 0,0 0 1 15,0 2-8-15,0 0 0 0,0-5 6 0,0 3 1 16,0 0-7-16,0 2 0 0,0-2 5 0,0-1 1 16,0 3-6-16,0 0 0 15,0 0 4-15,0 0 1 0,0 0-5 0,0 0 0 0,0 0 3 0,0 0 2 0,0 0-5 16,0 0 0-16,0 0 1 0,0 0 1 0,0 0-2 16,3 3 0-16,-1-1 0 0,4 7 0 0,3 1 0 15,4 3 0-15,-13-13-1623 0</inkml:trace>
  <inkml:trace contextRef="#ctx0" brushRef="#br1" timeOffset="116053.07">8731 11238 539 0,'0'0'0'0,"0"-3"0"0,0 1 0 16,0 0 25-16,0 0 1 0,0 2-26 0,0-4 0 0,0 3 81 0,-3-1 0 0,1 0-81 15,-4 2 0-15,6-4 112 0,0 4 0 0,-6 0-112 16,5 0 0-16,-5-2 16 0,-1-2 0 0,-3-3-16 0,3 5 0 16,-3 0 42-16,-1-1 1 0,0 1-43 0,-2 2 0 15,0 0 49-15,4 0 0 0,-4 0-49 0,0 0 0 16,1 0 32-16,1 0-1 0,2 0-31 0,2 0 0 0,-3 0 25 16,8 0 1-16,-5-4-26 0,1 0 0 0,1 4 16 15,3 0 2-15,-4 0-18 16,6 0 0-16,0 0 14 0,-3 0 0 0,-1 0-14 0,4 0 0 0,-4 0 18 15,4 0 1-15,-2 0-19 0,-2 0 0 16,3 0 18-16,-1 0 2 0,2 0-20 0,0 0 0 0,-6 0 17 0,6 0 3 16,0 0-20-16,0 0 0 0,0 0 21 0,0 0 0 15,0 0-21-15,6 0 0 0,-6 0 20 0,7 0 1 16,6-2-21-16,6 1 0 0,7-7 20 0,2 1 0 16,2 1-20-16,-2 1 0 0,1 3 17 0,1-4 0 15,6 2-17-15,-8 1 0 0,-2-3 16 0,0-1 1 0,0-1-17 16,0 3 0-16,2 1 15 0,-2 0 1 0,-4 0-16 15,3 1 0-15,-7 1 21 0,1 0 1 0,-6-2-22 16,0 2 0-16,-4-3 24 16,1 3 1-16,-9 0-25 0,5 0 0 0,-6 0 25 0,0 1 1 15,2 1-26-15,2 0 0 0,-2 0 32 0,-2 0 0 0,0 0-32 16,1 0 0-16,-1 0 34 0,0 0 1 0,0 0-35 16,0 0 0-16,0 0 31 0,0 0 2 0,0 0-33 15,0 0 0-15,0 0 24 0,0 0 2 0,0 0-26 0,0 0 0 16,0 0 20-16,0 0 1 0,4 1-21 15,2 5 0-15,-4 3 13 0,9 4 2 0,-11-13-1635 0</inkml:trace>
</inkml:ink>
</file>

<file path=ppt/ink/ink1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11.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4:40:17.294"/>
    </inkml:context>
    <inkml:brush xml:id="br0">
      <inkml:brushProperty name="width" value="0.05292" units="cm"/>
      <inkml:brushProperty name="height" value="0.05292" units="cm"/>
      <inkml:brushProperty name="color" value="#00B0F0"/>
    </inkml:brush>
  </inkml:definitions>
  <inkml:trace contextRef="#ctx0" brushRef="#br0">14683 7107 99 0,'0'0'0'0,"0"0"0"0,0 0 0 0,0 0 0 16,0 0 0-16,0 0 0 0,0 0 0 0,0 0-1 0,-6 0 1 15,6 0 0-15,-24 0 0 0,24 0 0 0,-38 0 0 0,16 0 0 16,0 0 0-16,-1 0 0 0,1 0 0 0,0 0 0 16,1 0 0-16,-1 1 0 0,1 1 0 0,-1 0 0 15,3 2 0-15,1-4 0 0,-3 2 0 16,3 1 0-16,-1-3 0 0,-3 2 0 0,1 0 1 0,-1 2-1 15,3-4 0-15,0 2 3 0,5 1-1 0,-3-6-2 16,2 1 0-16,4 2 3 0,3-4 2 16,-3 2-5-16,0 0 0 0,2 2 14 0,1-3 2 0,-3 1-16 0,3 2 0 15,3 0 28-15,-1 0 0 0,4 0-28 16,-1 0 0-16,1 0 30 0,0 0 1 0,2 0-31 16,-4 0 0-16,2 0 43 0,2 0 1 0,0 0-44 15,0 0 0-15,0 0 49 0,0 0 0 0,0 0-49 0,0 0 0 16,0 0 52-16,0 0-1 0,0 0-51 0,0 0 0 0,0 0 45 15,0 0 1-15,0 0-46 0,0 0 0 0,2 0 38 16,2 0 1-16,-4 2-39 0,4 1 0 0,-1-3 34 16,3 4 0-16,3 0-34 0,2 1 0 0,3-1 24 0,0 5 2 15,9-5-26-15,-6-2 0 0,5 0 23 0,-3-2-1 16,1 5-22-16,-1-5 0 16,-1 0 20-16,-1 2 1 0,0 0-21 0,-4-2 0 15,2-2 19-15,-2 0 0 0,5 2-19 0,1 2 0 0,0-2 21 0,-1 0 0 0,1 0-21 16,2 0 0-16,-1 2 18 0,8 2 1 0,-2-4-19 15,2 0 0-15,-2-2 18 0,0 2 0 0,2 0-18 16,2 0 0-16,-4 0 18 0,6 2 0 16,-4-2-18-16,1 0 0 0,1 2 14 0,2 2-1 0,-2-4-13 15,1-4 0-15,3 2 13 0,-1 0-1 0,-1 0-12 16,2 0 0-16,1 2 11 0,1 2 0 0,-1 0-11 0,-5 0 0 16,7 0 13-16,-3 2-1 0,1-4-12 0,-3-6 0 15,-1 4 11-15,3-2 0 0,-6 4-11 16,7 0 0-16,4-2 12 0,0 4-1 0,2-2-11 0,2 0 0 15,-4 4 10-15,6-4 1 0,-6 2-11 16,-1 0 0-16,-3 2 8 0,-2-4 1 0,3 0-9 0,1 0 0 0,-3 0 10 16,3 0 0-16,-2 0-10 0,1 0 0 0,-6 0 8 15,-1 0 1-15,-3 0-9 0,6 0 0 0,-4 0 8 16,2 1 0-16,2-1-8 0,-1-1 0 0,3-3 8 16,-3 0 1-16,3 2-9 0,0 2 0 0,-3 2 6 0,-1 0 1 15,0 0-7 1,5 2 0-16,-1-8 7 0,-4 4 1 0,5 4-8 15,-5-3 0-15,0 3 6 0,-1-4 2 0,5 0-8 0,-4 0 0 0,1 0 6 0,3 0 1 0,-2 0-7 32,-6 4 0-32,0-4 4 0,-2 0 2 0,2 4-6 0,0-4 0 0,2 0 3 0,2 0 0 15,0 1-3 1,0 3 0-16,1-4 3 0,3 2 0 0,-1 0-3 16,-1 2 0-16,2 1 2 0,-3-3 1 0,-1 0-3 15,4 0 0-15,-3 1 1 0,3 1 1 0,-1-4-2 16,1 0 0-16,-1 0 2 0,1 0 0 0,-2 0-2 15,-4 2 0-15,1 2 3 0,3-4-1 0,2 0-2 0,3 0 0 16,-2-6 2-16,6-1 1 0,0 5-3 0,0-2 0 16,2 4 4-16,-2 6 0 0,-2-6-4 0,-1 0 0 15,-3 0 5-15,-2 2-1 0,-1-2-4 0,2 0 0 16,-1 1 5-16,1 3-1 0,-3-4-4 0,-1 0 0 0,-2 0 4 16,2 0 0-16,2 0-4 0,-6 0 0 0,0 0 4 15,2 0-1-15,-6 0-3 0,1 0 0 0,-5 0 2 16,-3 0 1-16,-2 0-3 0,-2 2 0 0,-3 2 2 0,-3-4 0 15,3 0-2-15,-3 0 0 0,1 0 1 0,0 0 0 16,-1 2-1-16,-1-1 0 0,-4-1 1 0,2 0 0 16,0 0-1-16,-1 0 0 0,3 0 3 0,-4 0-1 15,2 0-2-15,0 0 0 0,-2 0 4 0,0 0 1 0,0 0-5 16,0 0 0-16,0 0 7 0,0 0-1 0,0 0-6 16,0 0 0-16,0 0 9 0,0 0 0 0,0 0-9 15,-2 0 0-15,-4 0 11 0,1 0 2 0,1-1-13 16,-1-1 0-16,3-4 10 0,0 6 0 0,0 2-10 15,2 2 0-15,0-4-1202 0</inkml:trace>
  <inkml:trace contextRef="#ctx0" brushRef="#br0" timeOffset="46488.29">27155 13875 124 0,'0'0'0'0,"0"0"0"16,-4 0 0-16,4 0-3 0,-3 0-1 0,3 0 4 15,-10 0 0-15,10 0-3 0,-24 0 0 0,6 0 3 16,-5 0 0-16,-3 0-4 0,-2 0 1 0,4 0 3 16,5-6 0-16,3 2-4 0,6 4 1 0,-1-5 3 15,0 3 0-15,0 0-3 0,1 0 1 0,-3 0 2 16,2 2 0-16,2 0-3 0,-2 0 1 0,1 0 2 16,3 0 0-16,3 0-2 0,0 0 0 0,3 0 2 15,1 0 0-15,-2 0-2 0,0 0 1 0,-2 0 1 0,2 0 0 16,2 0-1-16,-2 0 1 0,1 0 0 0,-3 0 0 15,2 0 0-15,2 0 0 0,0 0 0 0,0 0 0 16,0 0 2-16,0 0 1 0,0 0-3 0,0 0 0 0,0 0 3 16,0 0 2-16,0 0-5 0,0 0 0 0,0 0 6 15,0 0 1-15,0 0-7 0,2 0 0 0,2 0 6 16,-3 0 0-16,1 4-6 0,0-4 0 0,6 4 7 16,-1-1 0-16,4 3-7 0,4 3 0 0,4-1 5 0,3-1 2 15,-1-3-7-15,3 1 0 16,-4-1 7-16,1-4 1 0,1 2-8 0,2 2 0 0,2 1 9 15,4 5 1-15,-2-3-10 0,0-1 0 0,4-6 9 16,1 0 1-16,1 0-10 0,3 0 0 0,0 0 16 16,8 1-1-16,-4-1-15 0,6 2 0 0,1 0 19 15,4 2 0-15,2-4-19 0,0 0 0 0,2 2 23 16,2-2-1-16,2 2-22 0,-1-1 0 0,1 3 22 0,1-2 0 0,1 0-22 16,1-2 0-16,3-2 26 0,1 0 0 0,-2 2-26 15,4 0 0-15,2 2 29 0,3-2 0 0,-3 0-29 16,2 0 0-16,1 0 26 0,-3-2 1 0,2-3-27 15,1 5 0-15,1-2 23 0,-5 0 2 0,5 0-25 16,-4 2 0-16,-2 2 21 0,-4-2 2 0,0 4-23 16,-3-1 0-16,-5 1 28 0,-4 2 0 0,-5-1-28 15,-1-1 0-15,-6-2 30 0,-2 0 2 0,-2 1-32 16,-2 1 0-16,1 0 27 0,-3 0 1 0,1-1-28 0,-6 1 0 16,-2 0 24-16,-4-1 1 0,-1-1-25 0,-4 0 0 15,-1 0 22-15,-5 0 1 0,1 0-23 0,-3-2 0 16,-3-2 20-16,-3-2 1 0,3 2-21 0,-4 2 0 0,1 0 30 15,1 0 0-15,-2 0-30 0,0 0 0 0,0 0 29 16,-2 0 1-16,0 0-30 0,0 0 0 0,0 0 30 16,0 0 0-16,0 0-30 15,0 0 0-15,0 0 28 0,0 0 1 0,0 0-29 0,0 0 0 0,0 0 25 0,0 0 1 16,0 0-26-16,0 0 0 0,0 0 22 0,0 0 2 16,0 0-24-16,0 0 0 0,0 0 16 0,0 0 1 15,0 0-17-15,3-2 0 0,-3 2-963 0</inkml:trace>
  <inkml:trace contextRef="#ctx0" brushRef="#br0" timeOffset="46832.26">32454 14079 334 0,'0'0'0'0,"0"0"8"0,0 0 0 0,-2-4-8 0,-3 1 0 0,1-1 1 0,2 2 0 15,0-2-1 1,1-1 0-16,-1-3 5 0,2 1 2 0,0 3-7 16,2 0 0-16,-2 1 13 0,0-1-1 0,0 0-12 15,0 1 0-15,0-1 22 0,0 2 1 0,0 0-23 0,-2 2 0 0,-4 2 38 0,1 0 1 0,-7 3-39 16,-6 7 0-16,18-12-384 0</inkml:trace>
  <inkml:trace contextRef="#ctx0" brushRef="#br0" timeOffset="50898.1">15981 14901 150 0,'0'0'0'0,"0"0"0"31,0 0 0-31,0 0 2 0,0 0 0 0,0 0-2 0,0 0 0 0,0 0 3 0,0 0-1 0,0 0-2 16,0 0 0-16,0 0 1 0,0 0 1 0,0 0-2 15,0 0 0-15,0 0 2 16,0 0 1-16,0 0-3 0,0 0 0 0,0 0 2 0,0 0 0 0,0 0-2 16,0 0 0-16,0 0 2 15,0 0 1-15,0 0-3 0,0 0 0 0,0 0 4 0,0 0 1 0,0 0-5 0,-5-5 0 0,5 5 4 16,-6-8 2-16,6 8-6 0,-9-7 0 0,9 7 6 15,-13-7 2-15,13 7-8 0,-13-6 0 0,13 6 12 16,-13-9-1-16,13 9-11 0,-17-4 0 0,17 4 22 31,-15-2 1-31,15 2-23 0,-17-6 0 0,17 6 28 0,-22-3 1 16,22 3-29-16,-23 0 0 0,23 0 29 0,-33 3 1 16,14-3-30-16,1 0 0 0,1 2 24 0,-4-2 1 15,5-2-25-15,1 2 0 0,2 2 19 0,1 2 0 16,-1-4-19-16,-1 2 0 0,-5 0 18 0,0 0 1 15,2 1-19-15,3-3 0 0,1 2 17 0,1 0 1 0,-1-2-18 16,2 2 0-16,2 2 16 0,1-1 2 0,-3 1-18 16,0 0 0-16,-2 0 16 0,0-1 0 0,4-1-16 15,-3 0 0-15,3 0 18 0,4-2 0 0,-3 4-18 16,2-4 0-16,1 0 20 0,-1 0 1 0,4 0-21 16,-3 1 0-16,5-1 23 0,-6 0-1 0,6 2-22 15,-2 0 0-15,2-2 21 0,-3 0 2 0,1 0-23 16,2 0 0-16,-4 0 23 0,2 4 1 0,0-4-24 0,-1 0 0 15,1 0 21-15,2 0 2 0,0 0-23 16,0 0 0-16,0 0 16 0,0 0 0 0,0 0-16 0,0 0 0 16,0 0 14-16,2 2 0 0,1 0-14 0,-1-1 0 0,0 3 13 15,2-4-1-15,-4 2-12 0,5 0 0 0,-3 0 9 16,9 1 1-16,-1-1-10 0,7 2 0 0,-1 5 9 16,7-1 0-16,-3-3-9 0,-1-3 0 0,1 0 10 15,1 0 1-15,-3 2-11 0,5-1 0 0,-1 3 12 16,4 1 0-16,-2 1-12 0,1-1 0 0,1-1 11 0,0-1 2 15,0 1-13-15,-4-2 0 0,1-2 13 0,-3-1 1 16,1 5-14-16,3 0 0 0,0-3 14 0,2 3 1 16,2 1-15-16,0-1 0 0,2-2 13 0,2-2 1 0,-1-1-14 15,-1 3 0-15,7-2 12 0,6 2 0 0,-6-1-12 16,1-1 0-16,-1-2 12 0,0 0-1 0,4 0-11 16,4 0 0-16,3-3 12 0,6-3 2 0,2-1-14 15,-4 1 0-15,6 0 11 0,0 1 1 16,0 1-12-16,-1 2 0 0,1 0 11 0,0 2 1 15,2-1-12-15,-1-5 0 0,1-2 9 0,0-3 0 0,1 2-9 16,0 2 0-16,1-1 9 0,-1 3-1 0,5 1-8 16,-5 0 0-16,-1 0 7 0,-4 3 1 0,3-3-8 15,3 0 0-15,-3 0 7 0,1-1 1 0,-2-1-8 16,-2 2 0-16,0 1 5 0,0 1 2 0,-4 2-7 16,-4-2 0-16,-3 2 4 0,-2 2 2 0,-2-2-6 15,3 0 0-15,1 0 5 0,0-4-1 0,-4 2-4 16,-6 4 0-16,-7 2 3 0,-4-2 1 0,-1 1-4 0,-5-1 0 15,-5-2 2-15,4 0 1 0,-7 0-3 0,-3 2 0 16,-3-2 3-16,-2 0 0 0,-1 0-3 0,-1 0 0 16,2 0 2-16,-2 0 1 0,0 0-3 0,0 0 0 0,0 0 2 15,0 0 0-15,0 0-2 0,0 0 0 0,0 0 1 16,0 0 1-16,-3 0-2 0,-12 2 0 0,-11 0 3 16,-8 0-1-16,-3-2-2 0,0 0 0 0,-3 0 2 15,1 0 0-15,-2 0-2 0,0 2 0 0,-2 0 3 16,-1-1 0-16,-5 1-3 0,1 0 0 0,-1 4 2 0,1-1 2 15,-8-1-4-15,0-2 0 0,-5 0 3 16,-5 1 0-16,3-1-3 0,0 0 0 0,-1 0 3 0,5 0 0 16,-6 0-3-16,1 0 0 0,-1-1 2 0,-4 1 2 15,4 0-4-15,-2 0 0 0,2-2 3 0,-4-2 0 0,3 0-3 16,-1 2 0-16,4 0 3 0,1 2 0 0,3-2-3 16,1 0 0-16,-3 2 3 0,-1 0 2 0,6 0-5 15,-2 1 0-15,4 3 4 0,-3 1 1 16,6-1-5-16,1 0 0 0,3-1 3 0,1 1 2 0,1-1-5 15,0 1 0-15,6 0 3 0,0-3 0 0,-2-1-3 16,4 0 0-16,3 0 4 0,5 0-1 0,2 0-3 16,1-1 0-16,8 1 2 0,-1 0 2 0,4-2-4 15,4 0 0-15,-6-2 2 0,8 0 0 0,0 2-2 16,5 0 0-16,-2 0 2 0,3 0 2 0,-1 0-4 0,4 0 0 16,0 0 2-16,-4 0 1 0,2 0-3 0,-1 0 0 15,3 0 3-15,0 0-1 0,0 0-2 0,0 0 0 16,3 0 2-16,-1 0 0 0,2 2-2 15,3 0 0-15,8 0 1 0,8 0 2 0,6 0-3 0,3 0 0 0,7-1 1 16,10 1 0-16,-5-2-1 16,1 0 0-16,0 0 0 0,1-2 1 0,-1-3-1 0,2-1 0 0,3 3 0 0,4-1 0 15,-2 0 0-15,4-1 0 16,7-3 0-16,-5 1 0 0,2 1 0 0,-2 1 0 0,1-1-1 0,-3 0 1 16,-2 1 0-16,8-1 0 0,1 1-1 0,2 1 0 0,0-2 1 15,1 1 0 1,-1 1-3-16,4-2 2 0,-4 3 1 0,6 1 0 0,-6 0-2 0,2 2 1 0,0 0 1 15,-3 0 0-15,-3 0-2 16,0 0-1-16,-1-2 3 0,0 0 0 0,1 0-2 0,-3 2 0 0,-4 0 2 16,-4 0 0-16,-3 0-2 0,-6 0 1 0,0-1 1 15,-2-1 0-15,-5 0-1 0,-1 2-1 0,-3 0 2 16,-2 2 0-16,-4-2-1 0,0 0 1 16,-5 0 0-16,-4 0 0 0,-6-2-1 0,-5 0 1 15,1 2 0-15,-3 0 0 0,-2 0 0 0,0 0 0 0,0 0 0 16,0 0 0-16,0 0 0 0,0 0 0 0,-2 0 0 0,-5 0 0 15,1 0 0-15,-5 0 1 0,11 0-1122 16</inkml:trace>
  <inkml:trace contextRef="#ctx0" brushRef="#br0" timeOffset="83201.75">23108 16587 326 0,'0'0'0'0,"0"0"0"0,0 0 0 0,0 0 2 0,0 0 2 16,0 0-4-16,0 0 0 0,0 0 6 16,0 0 1-16,0 0-7 0,0 0 0 0,0 0 7 0,0 0 0 0,0 0-7 15,-13 2 0-15,13-2 6 0,-37 9 1 0,15 0-7 16,-1 1 0-16,8 1 5 0,-3 0 0 0,-1-2-5 16,0-1 0-16,3-5 6 0,-1-1-1 0,4 0-5 15,-2 2 0-15,6 0 6 0,-1-1 1 16,1 1-7-16,5 0 0 0,-1-1 4 0,-1 1 2 0,0-2-6 0,1 0 0 15,-1 0 5-15,1 0 1 0,1 0-6 0,0-1 0 16,0 1 8-16,4 0 0 16,-1-2-8-16,-1 0 0 0,-2 2 9 0,2-2 1 0,0 0-10 15,0 2 0-15,1 0 13 0,1 0 2 0,0-1-15 16,1 1 0-16,1 0 17 0,0 0 1 0,0 0-18 0,4 0 0 0,1 0 18 16,4-1 1-16,6 1-19 15,5-2 0-15,6 2 19 0,2 0 0 0,2 0-19 0,-6 0 0 0,0 0 18 0,-6-2 1 16,7-2-19-16,1 0 0 0,1 2 16 15,3 0 0-15,2 0-16 0,1 0 0 0,2 2 15 0,0 0 0 16,3-2-15-16,1-2 0 0,3 0 19 0,5 4 0 0,-1-2-19 16,1 0 0-16,1-4 21 0,2 0 0 0,4 2-21 15,2 1 0-15,7-1 24 0,4 2 0 0,2 2-24 16,3-2 0-16,-3 1 22 0,7-1 0 0,1 2-22 16,1 4 0-16,2-4 20 0,-4 3-1 0,4-1-19 31,-2-2 0-31,4-2 22 0,5 2 2 0,1 0-24 0,3-1 0 0,2-1 23 0,0-1 2 15,7 1-25-15,-1 3 0 16,2 3 22-16,-5 1 1 0,5-1-23 0,3-2 0 0,4-4 21 0,-2 0 2 16,2 2-23-16,2 1 0 0,1-3 22 0,1 4 2 0,7-6-24 0,-2 0 0 15,3 2 21 1,-1-2 0-16,2 1-21 0,-2 1 0 0,0 1 20 0,-2 1 2 16,4-2-22-16,-4 0 0 0,-5-2 19 0,3 1 1 0,-3-1-20 0,-4 0 0 15,-2-2 19-15,0 0 0 0,-2 4-19 0,2-2 0 0,-3 1 16 16,-1-1 1-16,-7-2-17 0,2 4 0 15,-1-2 14-15,-1 0 1 0,-4 0-15 0,-3 1 0 0,-2-1 14 16,-5 0 2-16,-4-2-16 0,-3 0 0 0,-5 1 17 0,-2-1 1 16,-2-3-18-16,-8 1 0 15,3 4 18-15,-6 0 0 0,-8-1-18 0,-1-1 0 0,-10 0 20 0,-3 0 1 0,-6 1-21 16,-2-1 0-16,-4 0 18 0,0 2 0 0,-7-1-18 31,2 1 0-31,-6 0 20 0,-1 0 1 0,-3 0-21 16,0 0 0-16,-1 0 19 0,2 2 1 0,-7 0-20 15,3 0 0-15,-2 0 19 0,0 0 0 0,-2 0-19 16,2 0 0-16,1 0 18 0,-1 0 1 0,-2 0-19 16,0 0 0-16,0 0 16 0,0 0 1 0,0 2-17 15,0 0 0-15,-2 2 12 0,-3 0 0 0,5 5-12 16,0 6 0-16,0-15-1315 0</inkml:trace>
</inkml:ink>
</file>

<file path=ppt/ink/ink1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16.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4:43:12.331"/>
    </inkml:context>
    <inkml:brush xml:id="br0">
      <inkml:brushProperty name="width" value="0.05292" units="cm"/>
      <inkml:brushProperty name="height" value="0.05292" units="cm"/>
      <inkml:brushProperty name="color" value="#00B0F0"/>
    </inkml:brush>
  </inkml:definitions>
  <inkml:trace contextRef="#ctx0" brushRef="#br0">2890 11962 452 0,'0'0'0'0,"0"0"0"0,-6-4 0 0,6 4 11 31,-7-7 0-31,7 7-11 0,-9-8 0 0,9 8 51 0,-4-1-1 0,4 1-50 0,-9 0 0 0,9 0 76 16,-2 0 2-1,2 0-78-15,-6 0 0 0,6 0 17 0,-2 0 1 16,2 0-18-16,0 0 0 0,0 0 33 0,0 0 2 0,0 0-35 16,0 0 0-16,0 0 39 0,0 0 2 0,0 0-41 0,2 0 0 0,-2 0 31 0,6-10 2 15,-6 10-33-15,18-35 0 0,1 9 31 0,3-6 2 0,3-1-33 16,-1 3 0-16,-4-2 29 0,4 1 1 0,-3-1-30 15,5 2 0 1,-7-1 28-16,-6 1 0 0,5 0-28 16,-5 6 0-16,-3 5 21 0,1 6-1 0,-4 10-20 15,5 3 0-15,-12 0-898 0</inkml:trace>
  <inkml:trace contextRef="#ctx0" brushRef="#br0" timeOffset="400.25">2884 12565 326 0,'0'0'0'0,"0"0"0"0,0 0 0 0,0 0-1 0,0 0 1 15,0 0 0-15,2 0 0 0,-2 0-11 0,0 0 1 16,4 2 10-16,-4-2 0 0,2 0 3 0,2-2 1 16,-3-2-4-16,1 0 0 0,2 1 6 0,2 1 0 15,-3-2-6-15,7-2 0 0,-7-3 6 0,3 0 1 16,1 0-7-16,3-1 0 0,-3 1 47 0,1-2 2 16,-3 0-49-16,1 1 0 0,1 3 66 0,-1 1 1 0,3-3-67 15,4-4 0-15,4-4 78 0,3 1 0 0,-1-1-78 16,-6 0 0-16,2-2 73 0,4-1 0 0,-1 1-73 15,1 1 0-15,0-1 64 0,1 4 0 0,-1-1-64 16,-1-1 0-16,3 0 54 0,3 0 1 0,-3 2-55 16,5 2 0-16,-8 2 42 0,3-2 1 0,-21 13-935 15</inkml:trace>
  <inkml:trace contextRef="#ctx0" brushRef="#br0" timeOffset="1532.23">2774 13404 276 0,'0'0'0'0,"0"0"0"16,0 0 0-16,0 0 31 0,0 0 2 0,0 0-33 15,0 0 0-15,0 0 37 0,0 0 1 16,0 0-38-16,0 0 0 0,0 0 31 0,0 0 1 0,0 0-32 16,0 0 0-16,0 0 21 0,0 0 0 0,0 0-21 0,0 0 0 15,0 0 14-15,2-2 0 0,-2 2-14 16,11-17 0-16,-11 17 17 0,19-30 1 0,-19 30-18 0,26-35 0 15,-11 17 22-15,4-1 1 0,-1-2-23 0,1-1 0 16,7-2 21-16,-4 0 2 0,8 1-23 0,-2 1 0 0,8 2 29 16,-1-3 0-16,-35 23-578 0</inkml:trace>
  <inkml:trace contextRef="#ctx0" brushRef="#br0" timeOffset="2200.01">2364 14070 665 0,'0'0'0'0,"0"0"0"15,-7-4 0-15,7 4 18 0,-2-2 1 0,2 2-19 0,-5 0 0 0,5 0 39 32,0 0 1-32,0 0-40 0,0 0 0 0,0 0 23 0,5 0 2 15,-5 0-25-15,2-7 0 0,-2 7 14 16,19-19 2-16,-19 19-16 0,33-24 0 0,-10 7 9 16,-3-1 1-16,6-1-10 0,2 0 0 0,2 1 7 0,2-1 0 15,1 1-7-15,4-1 0 0,-1 4 4 0,1 0 1 16,0 2-5-16,-3 2 0 0,-34 11-677 0</inkml:trace>
  <inkml:trace contextRef="#ctx0" brushRef="#br0" timeOffset="2821.53">2266 15093 489 0,'0'0'0'0,"0"-2"0"16,0-2 0-16,0 1 0 0,0-1 0 0,0 0 0 0,0 1 0 15,-6-3 5-15,4-3 1 0,2-6-6 0,8-6 0 0,-1-3 19 16,10-6 1-16,3-3-20 0,5-2 0 0,3-10 10 16,3-3 2-16,8-1-12 0,4-1 0 0,4-2 13 15,3-2 2-15,4-2-15 0,2 0 0 0,-56 56-442 16</inkml:trace>
  <inkml:trace contextRef="#ctx0" brushRef="#br0" timeOffset="4632.7">3734 15313 401 0,'0'0'0'0,"0"0"0"16,0-4 0-16,0 4-14 16,0-4 0-16,0 4 14 0,0-4 0 0,0 4-32 15,2-1-1-15,-2 1 33 0,0 0 0 0,0 0 0 0,0 0 0 16,0 0 0-16,0 0 0 0,0 0 0 0,0 0 0 15,0 0 0-15,0 0 0 0,0 0 0 0,0 0 1 16,0 0-1-16,0 0 0 0,0 0 22 0,-6 0 0 16,6 0-22-16,-13 0 0 0,13 0 52 0,-20-6-1 0,20 6-51 15,-26-11 0-15,26 11 68 0,-21-13-1 0,21 13-67 16,-17-13 0-16,17 13 64 0,-9-11 1 0,9 11-65 16,-11-12 0-16,11 12 64 0,-13-9 1 0,13 9-65 15,-6-11 0-15,6 11 58 0,-7-15 2 0,7 15-60 16,-6-15 0-16,6 15 45 0,-13-20 0 0,13 20-45 15,-5-23 0-15,5 23 37 0,-6-20 1 0,6 20-38 16,-2-22 0-16,2 22 36 0,6-23 1 0,-6 23-37 0,7-28 0 16,-7 28 29-16,13-28 0 0,-13 28-29 15,13-24 0-15,-13 24 28 0,15-20 0 0,-15 20-28 0,9-17 0 16,-9 17 23-16,10-11-1 0,-10 11-22 0,13-9 0 16,-13 9 20-16,26-8 0 0,-26 8-20 0,30-5 0 0,-30 5 17 15,26-6 1-15,-26 6-18 0,28-2 0 0,-28 2 13 16,24 6-1-16,-24-6-12 0,17 7 0 0,-17-7 11 15,15 15 0-15,-15-15-11 0,13 19 0 0,-13-19 11 0,11 24 0 16,-11-24-11-16,7 33 0 0,1-12 11 0,-3 1 1 16,-3 0-12-16,2 3 0 0,-4-3 12 0,0 0-1 15,0 2-11-15,-4 3 0 0,-1-1 14 0,1 3 1 0,-2 1-15 16,3 2 0-16,1 3 18 0,-4 0 0 0,1-3-18 16,-3-2 0-16,1-4 20 0,-1-2 1 15,3-4-21-15,-3 3 0 0,3-3 26 0,1-1 1 0,2 1-27 16,0 3 0-16,-3-1 27 15,1 2 0-15,2-1-27 0,2-3 0 0,0-1 27 0,0-3 1 0,2 3-28 16,2 5 0-16,-4 0 30 0,0 2 1 16,0 0-31-16,0-1 0 0,0-3 29 0,0-2 0 0,1-1-29 15,5-2 0-15,0-2 34 0,-1-2 0 0,3 0-34 16,-1 0 0-16,1 0 30 0,1 0-1 0,-2-2-29 16,6-2 0-16,-3-1 26 0,1-1-1 0,0 0-25 15,2 1 0-15,0-1 23 0,-4-3 0 0,8 2-23 16,-8-3 0-16,3-1 22 0,-1 0-1 0,2 2-21 0,0-2 0 15,2 0 18-15,-2-1 0 0,4 1-18 16,-8 0 0-16,2 0 14 0,0 0 2 0,-3-2-16 0,5 0 0 16,-6 2 15-16,4 0 0 0,-3-2-15 0,-6 0 0 0,1 1 14 0,-1 1 1 15,4 0-15-15,-4 0 0 16,2 0 12-16,1 0 0 0,-3 0-12 0,0-1 0 0,-2 1 11 16,4 0 2-16,-4 0-13 0,1 2 0 0,3-1 10 15,-2 1 1-15,-2 5-11 0,0 8 0 0,0 6 9 0,0 3 0 0,-6 0-9 16,1 2 0-16,-4-2 8 0,-3 0 1 0,1 2-9 15,-2 1 0-15,4 5 8 0,-4 1 1 0,5 1-9 16,-3-1 0-16,-2-2 6 0,6-1 1 0,-5 0-7 16,5-1 0-16,1-1 7 0,1 2 1 0,-1-3-8 15,6-1 0-15,0-2 5 0,10-1 2 0,-3-1-7 0,-1 0 0 16,1-2 8-16,1-1 0 0,3-3-8 16,-2-1 0-16,8-2 9 0,1-2 1 0,-3 2-10 15,2 0 0-15,0 0 9 0,0-1 1 0,-2 1-10 16,3-2 0-16,6 4 11 0,-1 2 2 0,1-6-13 15,-4 2 0-15,5-2 14 0,-5 0 2 0,-1 2-16 0,-1-1 0 0,-3 3 20 16,-2 0 1-16,-1 2-21 16,-5-1 0-16,4 1 22 0,-3-3-1 0,-3 3-21 0,-5-2 0 0,0-2 18 0,-5 0 1 15,-1 3-19-15,-1 3 0 0,-1 7 16 0,-3 1 1 16,2 5-17-16,-10 3 0 0,0 4 13 0,-7 0 2 16,0 2-15-16,-4-1 0 0,-1-1 10 0,-3 0 1 15,-3-4-11-15,-2-3 0 0,-2-8 8 0,-2 0 1 0,-2-2-9 31,4-1 0-31,-2-5 7 0,4-1-1 0,39-17-2133 16</inkml:trace>
</inkml:ink>
</file>

<file path=ppt/ink/ink1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21.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4:44:25.583"/>
    </inkml:context>
    <inkml:brush xml:id="br0">
      <inkml:brushProperty name="width" value="0.05292" units="cm"/>
      <inkml:brushProperty name="height" value="0.05292" units="cm"/>
      <inkml:brushProperty name="color" value="#00B0F0"/>
    </inkml:brush>
  </inkml:definitions>
  <inkml:trace contextRef="#ctx0" brushRef="#br0">19559 5265 12 0,'0'0'0'0,"0"0"0"15,-10-6 0-15,10 6 0 16,-24-2 0-16,24 2 0 0,-32 2 0 0,14-4 0 16,-1-3 0-16,2-1 0 0,1 2 0 0,-3 4 0 0,6-3 0 15,-2 1 0-15,4 2 0 0,-2 0 0 16,0 0 0-16,2 0 0 0,1 0 0 0,1 0 0 0,0 0 0 0,5 0 0 15,-2-6 0-15,3 4 0 0,-3-1 1 0,6 3-1 16,0 0 0-16,-4 0 1 0,1 0 1 16,1 0-2-16,2 3 0 0,-2-3 4 0,0 0 0 15,-2 0-4-15,4 0 0 0,4 0 9 0,-2 0 0 16,9 0-9-16,8 2 0 0,20 0 16 0,4 2 0 0,7-4-16 0,8 2 0 0,9-2 20 16,5 0 1-16,5 0-21 0,1 0 0 0,8 3 24 15,7-3-1-15,4 0-23 0,7 0 0 0,6-5 47 0,6-3 0 16,1 5-47-16,6-3 0 0,7 4 48 0,3 2 0 15,-7-5-48-15,3 3 0 0,-4-2 48 0,3 2 0 16,-3-3-48 0,-9-3 0-16,-6 1 41 0,-2 1 0 0,-6-1-41 0,-5-3 0 0,-6 3 32 0,-3 0 0 15,-8 1-32 1,-7 0 0-16,-6 1 27 0,-4 1 0 0,-5-1-27 0,-4-1 0 0,-7-1 20 16,-8 1 2-16,-6 0-22 15,-3 5 0-15,-8 1 19 0,1 0 0 0,-8 0-19 0,-4 0 0 16,-2 0 18-16,-1 0 1 0,-6 1-19 15,1-1 0-15,-3 0 18 0,0 0 0 0,0 0-18 0,2 0 0 0,-2 0 20 16,0 0 0-16,2 2-20 0,-2 2 0 0,6-4 23 0,-3 6-1 16,3-1-22-16,5 3 0 15,6 1 17-15,3 2 0 0,3 0-17 0,5-3 0 0,-28-8-690 0</inkml:trace>
  <inkml:trace contextRef="#ctx0" brushRef="#br0" timeOffset="473.61">28439 5166 12 0,'0'0'0'0,"0"0"0"0,0 0 0 0,0 0 0 0,0 0 0 0,0 0 0 0,0 0 0 0,0 0 0 16,-6 0 0-16,-5 6 0 0,-9 1 0 0,20-7-10 0</inkml:trace>
  <inkml:trace contextRef="#ctx0" brushRef="#br0" timeOffset="2108.37">3218 6176 150 0,'0'0'0'15,"0"0"0"-15,4-7 0 0,-4 7-6 16,5-17 2-16,-5 17 4 0,8-11 0 0,-8 11-5 16,5-4 1-16,-5 4 4 0,4-5 0 0,-4 5-5 0,2 0 1 0,-2 0 4 15,5 0 0-15,-5 0-5 0,2 0 1 16,-2 0 4-16,11 2 0 0,-11-2-5 0,15 3 2 0,-15-3 3 15,13 8 0-15,-13-8 0 0,25 7 0 0,-25-7 0 16,18 19 0-16,-18-19 7 0,21 20-1 0,-21-20-6 16,20 24 0-16,-20-24 14 0,24 32 1 0,-24-32-15 15,21 32 0-15,-2-14 20 0,-8-1 1 0,9 0-21 16,-5 1 0-16,2-5 24 0,2 2-1 0,-1 2-23 16,3-2 0-16,-1 2 25 0,6-4 0 0,-2 0-25 0,4-6 0 15,4 1 28-15,-2-5 1 16,-2-3-29-16,4-5 0 0,-6-3 26 0,5-5-1 0,-5 2-25 0,0 4 0 15,1 1 24-15,2 4 0 0,-1-7-24 0,-2 0 0 0,4-8 26 16,-2-2 1 0,-2 4-27-16,4 2 0 0,-2 0 27 0,-2 4 0 0,4 0-27 15,-2-2 0-15,4 1 29 0,-1-1 2 0,-3 0-31 16,2 2 0-16,-8-1 29 0,3 1 0 0,1 2-29 0,0 1 0 0,5 2 26 0,3 2 0 16,-2 1-26-16,-1-1 0 0,-6 0 23 15,1 2 1-15,2 2-24 0,1 1 0 0,-3 3 17 16,2-6 0-16,2 6-17 15,-4 1 0-15,-5-1 13 0,5 1 2 0,-2 1-15 16,2 3 0-16,0 2 10 0,0 0 1 0,6 2-11 0,-4-4 0 0,2 0 8 0,1 2 1 16,-3-4-9-16,4 2 0 0,0 1 8 0,-1-5-1 15,1 2-7-15,-2 1 0 0,2-3 8 0,5-1 0 16,-4-1-8-16,5-5 0 0,-7-4 8 0,8 3 0 16,-1-5-8-16,3 2 0 0,5 1 9 0,3-3 1 0,-3-1-10 15,1-5 0 1,1 1 11-16,-8-4 1 0,4-1-12 0,3 3 0 15,3 3 12-15,-3-1-1 0,-1 4-11 0,-1-1 0 0,-2 3 12 16,-2-1 2-16,-4 1-14 0,-3 3 0 0,-3 2 12 0,-1-4 0 0,-4 2-12 16,0 2 0-16,0-2 14 15,0 0-1-15,1 4-13 0,-3 2 0 0,4 0 15 0,-4 1 0 0,2 3-15 16,8-3 0-16,-3-3 13 0,7 0 0 0,-7 2-13 16,3 1 0-16,-6 3 11 0,2-3 0 0,-3-3-11 15,9-2 0-15,-3-2 8 0,3 2 1 0,-1-5-9 16,1 5 0-16,-1-4 6 0,4 2 1 0,-5 0-7 0,3-1 0 0,2 1 6 15,-2-4-1-15,4 4-5 0,2 2 0 0,-7 0 7 16,1 0 0-16,2 0-7 0,0 0 0 0,-2 2 5 16,-3-2 2-16,3 2-7 0,-5 2 0 0,0 3 6 15,-6 1 0-15,2 3-6 0,1 2 0 0,1 2 7 0,0 1 0 16,-6-3-7-16,2-5 0 16,-3-3 6-16,1 1 0 0,0-4-6 15,2 3 0-15,0 3 5 0,0 1 0 0,2-5-5 16,4 0 0-16,-2-2 5 0,1 1-1 0,-3-3-4 0,4 0 0 15,0-9 3-15,1 0-1 0,5-4-2 16,1 1 0-16,-4-1 2 0,2-1 0 0,1 2-2 16,-1 1 0-16,2 6 1 0,0 1 2 0,-3 0-3 0,-1-1 0 0,-1-3 3 15,-3 1 2-15,1 3-5 0,-6 0 0 16,2 4 4-16,2-5 2 0,-4 5-6 0,0 0 0 0,-2 0 8 16,-3 2-1-16,5 1-7 0,-2-3 0 15,2 4 7-15,0-4 0 0,0 0-7 0,0 0 0 0,0-4 5 16,0 4 2-16,-1-3-7 0,1 1 0 0,-6-2 5 15,4 0 0-15,-3 1-5 0,1 1 0 0,-3-6 3 0,0 3 0 16,-6-1-3-16,3 1 0 0,-3 3 2 0,0-2 0 16,1 2-2-16,-7 2 0 0,4-4 3 15,-9 4-1-15,4 0-2 0,-6 0 0 0,1 0 1 0,3 0 1 16,0-2-2-16,0 1 0 0,-4-5 2 0,0 6 1 16,0 0-3-16,1 0 0 0,3 0 2 0,-4 0 1 15,0 0-3-15,0 0 0 0,0 0 5 0,0 0 0 16,0 0-5-16,0 0 0 0,0 0 5 0,0 2 1 0,0 2-6 15,2-3 0-15,-2-1-1041 0</inkml:trace>
  <inkml:trace contextRef="#ctx0" brushRef="#br0" timeOffset="3371.91">12884 6234 162 0,'0'0'0'0,"0"0"0"0,-11 2 0 0,11-2-2 0,-24 0 1 0,24 0 1 0,-35 5 0 0,10-3-6 16,1 2 2-16,2-2 4 0,-4 2 0 15,2-4-6-15,-3 2 1 0,0-1 5 0,2 1 0 0,1 0-3 0,4 0 2 16,-1-2 1-1,4 0 0-15,-1-2-1 0,3 0 0 0,4 2 1 16,3 0 0-16,6 2 0 0,2 0 0 0,-5-2 0 0,3 0 0 16,0 4 1-16,0-4 0 0,2 0-1 0,-2 0 0 0,-1 0 5 0,1 0-1 0,2 0-4 15,-4 0 0-15,2 0 20 0,2 0 1 0,0 0-21 16,0 0 0-16,0 0 30 16,2 0 1-16,2 2-31 0,-4 1 0 0,2-3 33 0,3 2-1 0,-1 0-32 15,3 2 0-15,6-4 37 0,0 2 2 16,2 1-39-16,9-1 0 0,-5 4 31 0,7-1 0 15,0-5-31-15,0 2 0 0,-1-2 30 0,-5 0-1 16,1 0-29-16,3 0 0 0,7 0 33 16,1 0 2-16,2 0-35 0,-3 0 0 0,-3 0 35 0,4 0 0 0,0-2-35 15,1 2 0-15,1 0 41 0,1-3 2 0,4 1-43 0,-1 2 0 16,4 0 40-16,7 0 2 0,-3 0-42 0,7 0 0 16,-1-6 36-1,6 4 0-15,3-1-36 0,-5 1 0 0,11-6 32 0,-2 3 1 16,0-1-33-16,1 1 0 0,-1-1 32 0,2 4 2 15,0-5-34-15,2 3 0 0,2-5 30 0,0-1 2 0,3 3-32 0,1 1 0 0,-5 4 23 0,-2 2 2 16,6-3-25 0,-1-1 0-16,9-2 24 0,-4-1 0 0,0-2-24 0,6 1 0 0,0 3 19 0,7-5 1 15,-1 5-20-15,-3 1 0 0,-1 4 21 0,3 4 0 16,-5-4-21 0,0-4 0-16,0-3 22 0,0 5 1 0,1-6-23 15,-3 8 0-15,-1 0 19 0,-1 0 0 0,2 0-19 16,-2 0 0-16,0 0 19 0,0 0 0 0,0 0-19 15,-2 0 0-15,4 0 16 0,-3 0 1 0,4 0-17 16,3 0 0-16,2-3 13 0,-3 1 2 0,5 2-15 16,5 0 0-16,-2 0 12 0,2 2 0 0,2-4-12 0,2 2 0 15,1-4 16-15,3-2 0 0,-1 5-16 0,-1-1 0 16,-2 2 14-16,-2 0 1 0,9 0-15 0,0 0 0 16,2 0 12-16,0-4 2 0,2 2-14 0,-2 4 0 0,0-2 13 15,2 0 2-15,-6 4-15 0,6-4 0 0,0 2 12 16,2-1 2-16,0-1-14 0,-2 4 0 15,2-2 12-15,3-2 0 0,-5 0-12 0,0 0 0 0,-4-2 9 16,0 0 2-16,1 2-11 0,-1 2 0 0,-2-6 7 0,1 3 1 16,-1 1-8-16,2 1 0 0,0 1 6 0,1 0 1 15,-5 0-7-15,-3-2 0 0,-4 4 5 0,0 1 2 16,-4-5-7-16,-1 0 0 0,1 4 4 0,0 0 2 16,-5-4-6-16,-6 0 0 0,-5 2 4 0,-3 1 1 0,-5-3-5 15,0 0 0-15,-5 0 4 0,-4-3 1 0,-4 3-5 16,-2 0 0-16,-2-2 4 0,-3 4 2 0,-6-4-6 15,-4 2 0-15,-7-4 5 0,-4 2-1 0,-4 0-4 16,-1 2 0-16,-3-5 9 0,1 5 1 0,-2-4-10 16,-4 2 0-16,-4 0 11 0,-3 0 2 0,-4 1-13 15,-1-1 0-15,1 2 13 0,0-4 2 0,0 2-15 16,0 2 0-16,-2-4 15 0,0 3 1 0,0-1-16 0,0 2 0 16,0-4 15-16,0 2-1 0,0 2-14 15,0-4 0-15,0 2 15 0,0 1 1 0,0 1-16 0,0-4 0 0,0 2 18 16,0 2 0-16,0-4-18 0,0 2 0 0,-2 1 18 15,-2 1-1-15,-1 1-17 0,-3 1 0 0,1 4 14 16,1 1 1-16,-1 5-15 16,-4 2 0-16,11-14-1495 0</inkml:trace>
  <inkml:trace contextRef="#ctx0" brushRef="#br0" timeOffset="11770.97">19810 10811 49 0,'0'0'0'16,"0"0"0"-16,2-6 0 0,-2 6 29 0,4-4 1 16,-4 4-30-16,2-4 0 0,-2 4 85 0,2-5-1 0,-2 5-84 15,1-4 0-15,-1 4 107 0,-3-4 2 0,3 4-109 16,-2-3 0-16,2 3 18 0,0-4 1 0,0 4-19 16,0-4 0-16,0 4 45 0,0-7 1 0,0 7-46 15,-8-8 0-15,8 8 54 0,-13-5 1 0,13 5-55 16,-15-13 0-16,15 13 39 0,-20-9 2 0,20 9-41 15,-28-8 0-15,28 8 30 0,-28-7 1 0,28 7-31 16,-28-6 0-16,28 6 28 0,-22-2 2 0,22 2-30 16,-19 0 0-16,19 0 23 0,-19 0 2 0,19 0-25 15,-24 0 0-15,24 0 21 0,-22 0 2 0,22 0-23 0,-24 0 0 16,24 0 20-16,-12-5 0 0,12 5-20 0,-11-2 0 16,11 2 21-16,-7 3 2 0,7-3-23 0,-2 4 0 0,2-4 23 15,-6 0 1-15,6 0-24 0,-1 2 0 0,1-2 25 16,-6 0-1-16,6 0-24 0,-4 0 0 0,4 0 21 15,-2 0 0-15,2 0-21 0,4 2 0 0,-4-2 19 16,4 5 1-16,-4-5-20 0,17 4 0 0,-17-4 18 16,31 10 1-16,-10-5-19 0,-3-1 0 15,3-4 18-15,-1 0 1 0,3 2-19 0,-1 1 0 0,-1-3 14 0,3 2 0 16,-4 0-14-16,6-2 0 0,-3-2 15 0,3 0-1 16,2 1-14-16,0-1 0 0,2 2 13 0,3 2 0 0,1-2-13 15,-1 0 0-15,-1 0 14 0,1 0 0 0,1 0-14 16,1 1 0-16,3 1 12 0,1 0-1 0,0-2-11 15,0 0 0-15,-2 0 11 0,0 0 1 0,1 0-12 16,-1 0 0-16,2 0 15 0,2 4 1 0,0-4-16 16,-2-4 0-16,2 0 14 0,-2 3 1 0,2-1-15 15,2 2 0-15,2 2 13 0,-4 1 1 0,4-1-14 16,-1-2 0-16,1 0 13 0,0 4 2 16,0-4-15-16,-1 2 0 0,3 0 12 0,-4-2 2 15,3-2-14-15,1 0 0 0,3-2 12 0,0 0 0 0,3 3-12 0,-3-3 0 16,-2 0 12-16,1-1-1 0,-3 1-11 15,5 2 0-15,3-4 9 0,-4 4 0 0,4 2-9 0,-2-3 0 0,-1 1 11 16,1 0 1-16,0 0-12 0,4 2 0 16,-2-4 14-16,5 3-1 0,-5-1-13 0,2-2 0 15,2 2 15-15,-4-3 0 0,0 1-15 16,0 2 0-16,0 4 16 0,0 2 0 0,-5-3-16 0,5-1 0 0,-4 0 15 0,6 0-1 16,-4 0-14-16,-2 0 0 0,-3 0 14 0,2 0-1 15,1 0-13-15,-2 0 0 0,1 0 12 0,3 4 1 16,-4-4-13-16,-1-5 0 0,-2 3 11 0,-4 2 0 0,1-2-11 15,-1 0 0-15,2 0 15 0,-2 2-1 0,-2 0-14 16,2-4 0-16,0 3 15 0,0-5 1 0,-1 4-16 16,-7 0 0-16,-3-1 15 0,-2 3 2 0,-2-4-17 15,0 4 0-15,0-2 19 0,-2-2 1 0,-1 4-20 16,-5 4 0-16,1-2 17 0,-2-2 1 0,-1 4-18 16,-4-4 0-16,-3 0 17 0,-2-4 1 0,-3 4-18 31,2 0 0-31,3 0 19 0,-3 0 0 0,-1 0-19 0,-1 0 0 0,0 0 17 0,-2 0 1 15,-2 0-18-15,1 0 0 0,1 0 15 0,2 0 0 16,-2 0-15-16,-2 0 0 0,0 0 15 0,0 0 1 16,0 0-16-16,0 0 0 0,0 0 15 0,0 0 1 15,0 0-16-15,0 0 0 0,0 0 15 0,0 0-1 0,0 0-14 0,0 0 0 16,0 0 13-16,0 0 0 0,0 0-13 16,0 0 0-16,0 0 11 0,0 0 2 0,0 0-13 0,0 0 0 15,0 0 11-15,0 0 0 0,0 0-11 0,0 0 0 0,0 0 12 16,0 0 1-16,0 0-13 0,0 0 0 0,0 0 10 0,0 0 0 15,0 0-10-15,0 0 0 16,0 0 8-16,0 0 0 0,2 0-8 0,0 0 0 0,1 0 6 0,-1 4 1 16,9 1-7-16,10 8 0 0,7 2 3 15,5 5 2-15,-33-20-1868 0</inkml:trace>
  <inkml:trace contextRef="#ctx0" brushRef="#br0" timeOffset="13479.95">4043 12049 12 0,'0'0'0'0,"0"0"0"15,0 0 0 1,0 0 2-16,0 0 1 0,0 0-3 0,0 0 0 0,0 0 31 16,-5 0 0-16,5 0-31 0,-6 0 0 0,6 0 80 0,-7 0 1 0,7 0-81 0,-6 0 0 15,6 0 11-15,-13-5 0 0,13 5-11 0,-13-13 0 16,13 13 43-16,-6-11 1 16,6 11-44-16,-7-10 0 0,7 10 58 0,0-5 0 0,0 5-58 0,2-4 0 15,-2 4 50-15,5-2-1 0,-5 2-49 0,6-11 0 0,-6 11 46 16,7-20 1-16,-7 20-47 15,19-19 0-15,-19 19 38 0,24-17 2 0,-24 17-40 0,26-15 0 0,-26 15 33 0,34-14 1 32,-15 8-34-32,1-1 0 0,1 1 27 0,-1 0 1 0,2 1-28 0,-1-1 0 0,3 1 32 15,2-1 1-15,0 0-33 16,0 3 0-16,0-1 43 0,1 0 0 0,-1 1-43 0,2-1 0 16,7 2 53-16,-1 0 0 0,-3 0-53 0,1 2 0 0,5 0 47 0,-7 0 0 0,7 0-47 31,0-2 0-31,3-3 43 0,1-1-1 0,-2 3-42 15,-4 1 0-15,-1 2 34 0,-3 2 0 0,8-1-34 0,1 1 0 16,4 0 24-16,-3 0 2 0,2-2-26 16,2-4 0-16,-6-1 24 0,0-1 0 0,4 2-24 0,-2 2 0 15,4 1 20-15,-1 1 0 0,1 0-20 0,0 0 0 16,1 0 18-16,-1 0 1 0,0 0-19 0,1 0 0 16,1 0 18-16,1-4 1 0,3 2-19 0,-5 2 0 0,8 0 20 15,0 0 0-15,-1 0-20 0,4 0 0 16,-3-2 20-16,2-2 1 0,-2 3-21 0,2-3 0 0,-2 0 19 15,2 4 1-15,-2-2-20 0,2 0 0 0,7 2 17 16,-1 2 0-16,1-4-17 0,1 1 0 0,-1 1 14 0,-3 0 1 16,5 0-15-16,-2-4 0 0,2-2 12 0,4 3 2 15,-3-1-14-15,-1-2 0 0,-2 1 15 0,2 1 1 16,1-2-16-16,4-1 0 0,-1 1 18 0,0 1 1 16,0-1-19-16,0 1 0 0,2-1 21 0,-4 2 1 0,4-3-22 15,-6 1 0-15,0-1 21 0,2-1 0 0,-1 3-21 16,4-1 0-16,1 1 20 0,0-1 2 0,0-1-22 15,-6-3 0-15,-2 3 17 0,-1-1 1 0,3 3-18 16,2-1 0-16,-7 1 14 0,5 1 2 0,-2-2-16 16,-3-1 0-16,-2-4 12 0,-1 0 2 0,1 1-14 15,0 3 0-15,2 1 10 0,-3-1 0 0,-1 1-10 16,-5 1 0-16,-5-3 9 0,-5 3 1 0,2-3-10 0,2 5 0 16,-4 1 9-16,2 2 0 0,-2-4-9 0,-4 2 0 15,0-2 9-15,-3 1 0 0,-3-1-9 0,-8 0 0 0,-1 0 8 16,-3 1 0-16,-3 1-8 15,1 0 0-15,-4 2 7 0,-2 0 1 0,2 2-8 0,0 0 0 0,-9-2 8 16,0 2 0-16,-4-1-8 0,0-1 0 16,5 0 8-16,-5 0 0 0,0 0-8 0,0 0 0 0,0 0 8 15,0 0-1-15,0 0-7 0,0 0 0 0,0 0 8 16,0 0 1-16,0 0-9 0,0 0 0 0,0 0 8 0,0 0 1 16,0 0-9-16,0 0 0 0,0 0 8 0,0 0 1 15,0 0-9-15,-5 2 0 0,-6 0 7 0,-4 0 1 16,-8 7-8-16,1 4 0 0,-8 8 5 0,-1 5 2 15,31-26-1732-15</inkml:trace>
  <inkml:trace contextRef="#ctx0" brushRef="#br0" timeOffset="18547.48">15644 11862 175 0,'0'0'0'0,"0"0"0"0,-4-2 0 0,4 2 7 16,-5-6 2-16,5 6-9 0,-4-2 0 0,4 2 63 16,-4-3 1-16,4 3-64 0,-2-6 0 0,2 6 121 15,-3-2 1-15,3 2-122 0,-6-5 0 0,6 5 11 0,-4-2 1 16,4 2-12-16,-3-4 0 0,3 4 52 0,-4-6-1 15,4 6-51-15,-2-1 0 0,2 1 72 0,-4-6 1 16,4 6-73-16,-5-2 0 0,5 2 60 16,-4-2-1-16,4 2-59 0,-4 0 0 0,4 0 53 0,0 0 0 0,0 0-53 15,0 0 0-15,0 0 49 0,0 0 0 0,0 0-49 16,0 0 0-16,0 0 46 0,0 0 0 0,0 0-46 16,0 0 0-16,0 0 39 0,0 0-1 0,0 0-38 15,0 0 0-15,0 0 37 0,0 0 0 0,0 0-37 16,6-2 0-16,-6 2 32 0,15-9 2 0,-15 9-34 15,33-7 0-15,-10-1 30 0,1 4 2 0,-2 3-32 16,-3-5 0-16,-12 2 31 0,-1 2 2 0,-1 1-33 16,3-1 0-16,1 0 30 0,-3 0 0 0,5 0-30 15,-4 0 0-15,6 2 26 0,-1 0 1 0,-3 2-27 16,0 0 0-16,1 2 24 0,1-1 0 0,-4 3-24 16,4 1 0-16,-1 1 22 0,1-1-1 0,0 1-21 0,2-1 0 15,0 4 16-15,0-1-1 0,0-1-15 0,-7-2 0 0,-2-3 14 16,-1 4-1-16,-3-1-13 0,4-3 0 0,0-1 14 15,1-1 0-15,-3 0-14 16,2 4 0-16,0-2 15 0,-1-3-1 0,1 5-14 0,0-4 0 16,1 3 16-16,-3-3 0 0,4 0-16 0,1 0 0 0,5-2 16 15,-3 4 0-15,2-4-16 0,2-4 0 0,2 2 15 16,-2-2 1-16,4-1-16 0,1-4 0 0,5 3 17 16,-1-2 1-16,-1 1-18 0,3 0 0 0,-11-1 20 0,4 3 0 0,-6-1-20 15,6 2 0-15,-4-3 22 0,0 1 1 16,0 1-23-16,2-1 0 0,-2 1 21 15,-2-1 2-15,7 0-23 0,1 3 0 0,7-7 18 0,0 3 1 16,0 1-19-16,0 3 0 0,-9-1 13 0,-2 2 1 16,2 0-14-16,2 2 0 0,-1 2 10 0,3 0 1 0,-5-2-11 15,3 0 0-15,2 0 8 0,-3 0 0 0,1 0-8 16,-4 2 0-16,2 0 5 0,-3 1 2 0,-1 1-7 16,1 2 0-16,0-6 3 0,1 1 2 0,0 3-5 15,-2 4 0-15,6-5 2 0,0 5 0 0,-3-1-2 16,-3 3 0-16,4 1 1 0,2 0 2 15,-6-2-3-15,-2-1 0 0,-2-5 1 0,-1-1 0 0,-3 0-1 16,3 2 0-16,1-2 1 0,0-1 0 0,3 3-1 16,1 2 0-16,2 1 1 0,1 3 0 0,-3-5-1 15,0-1 0-15,-3-4 1 0,-1-2 1 0,0 0-2 16,1 2 0-16,-1 2 1 0,2 0 0 0,-5-2-1 16,5 0 0-16,0 0 1 0,2-2 0 0,0-2-1 15,4-1 0-15,-4-3 2 0,-4 1 1 0,4 1-3 16,-3 2 0-16,-1 1 2 0,0-1 0 0,1-2-2 15,1 1 0-15,-6-1 3 0,3 1 2 0,1-1-5 0,0 1 0 16,1-1 4-16,-1 0 1 0,0 1-5 0,3-1 0 0,-3-1 7 16,4-1-1-16,-4 5-6 0,1-5 0 15,1 3 8-15,-2-1 0 0,0 2-8 0,4 1 0 0,-5 1 7 0,1 0 0 16,2 0-7-16,1 0 0 0,2-2 6 0,0 1 2 16,4 1-8-16,1 0 0 0,1 2 7 0,5-4 1 0,-3 4-8 15,0 4 0-15,-7-2 5 16,2 2 2-16,0 1-7 0,5 1 0 0,-3-1 5 0,3 1 0 0,-3-1-5 15,5 3 0-15,-4-1 4 0,5 1-1 0,-5-1-3 16,4 3 0-16,-1 1 1 0,-1 0 1 0,0 0-2 16,3-2 0-16,-1-1 1 0,4-1 1 15,-4 1-2-15,0-3 0 0,-3 1 0 0,-1-1 1 0,-1-1-1 16,5-4 0-16,-2-4 0 0,3 1 1 0,-5 1-1 16,3 0 0-16,1 2 0 0,0 2 1 15,-4-4-1-15,5-2 0 0,-5-3 0 0,3-3 1 16,-1-1-1-16,0 0 0 0,1 0 0 0,-1 0 1 0,0 0-1 15,-5 0 0-15,2-3 1 0,-1 0 0 0,-1 1-1 0,-2 3 0 16,-4 5 3-16,-1 1-1 0,-1 4-2 0,-2-6 0 0,-3 3 3 16,0 3 2-16,-2 0-5 15,1 0 0-15,-3 0 4 0,4 0 2 0,4-2-6 0,-1 2 0 16,0 0 5-16,1 0 2 0,7 0-7 16,0 0 0-16,0 2 6 0,1 1-1 0,10 3-5 0,-1 0 0 15,1-3 5-15,2 5 0 0,2-3-5 0,-1 1 0 16,-1-1 3-16,4 3 0 0,0-4-3 15,-1-3 0-15,1-2 1 0,2-3 1 0,-3 0-2 0,1 4 0 16,-2-4 0-16,0-1 2 0,7 3-2 16,0 2 0-16,0 2 0 0,2 2 1 0,-22-1-1 0,0-1 0 15,-4 2 0-15,-2 0 1 0,6 3-1 0,2 2 0 0,-3 1 0 16,-1 1 1-16,2 0-1 0,0-2 0 0,1-1 0 16,1-1 0-16,-8-3 0 0,2 0 0 0,0-1 0 15,-3-1 0-15,-1 4 0 0,2-2 0 0,-2-4 0 16,3 3 0-16,14 1 0 0,-4-8 0 0,6 1 0 0,4-7 0 0,1 1 0 15,-3 0 0-15,5-3 0 0,-5 1 0 0,9-7 0 0,-5 3 0 16,-1-6 1 0,3-1 0-16,-6-2-1 0,-2 1 0 0,0-1 6 0,0 0-1 15,-21 17-5-15,0 1 0 0,1 2 12 0,-2 1-1 16,-3-1-11-16,-3 2 0 0,2 0 11 0,-2 2 0 0,0 0-1945 0</inkml:trace>
</inkml:ink>
</file>

<file path=ppt/ink/ink1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46.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4:54:52.424"/>
    </inkml:context>
    <inkml:brush xml:id="br0">
      <inkml:brushProperty name="width" value="0.05292" units="cm"/>
      <inkml:brushProperty name="height" value="0.05292" units="cm"/>
      <inkml:brushProperty name="color" value="#00B0F0"/>
    </inkml:brush>
  </inkml:definitions>
  <inkml:trace contextRef="#ctx0" brushRef="#br0">15020 9155 87 0,'0'0'0'0,"0"0"0"0,0 0 0 16,0 0 6-16,0 0 0 0,0 0-6 15,0 0 0-15,0 0 8 0,0 0 1 16,0 0-9-16,0 0 0 0,0 0 20 0,0 0 2 0,0 0-22 0,0 0 0 15,0 0 6-15,0 0 1 0,0 0-7 0,0 0 0 16,0 0 15-16,0 0-1 0,0 0-14 16,0 0 0-16,0 0 23 0,-8-8-1 0,8 8-22 0,-18-5 0 0,18 5 20 0,-26-8 1 15,26 8-21 1,-30-3 0-16,30 3 18 0,-26-2 0 0,26 2-18 0,-23-6 0 16,23 6 22-16,-11-4 0 0,11 4-22 0,-7-3 0 15,7 3 26-15,-6-4 1 0,6 4-27 16,-7-2 0-16,7 2 36 0,-10-5 0 0,10 5-36 0,-7-4 0 15,7 4 44-15,-8 0 0 0,8 0-44 0,-5 0 0 16,5 0 41-16,-8 0 2 0,8 0-43 0,-5 0 0 16,5 0 40-16,-2 0 1 0,2 0-41 0,-4 0 0 0,4 0 34 0,-4 0 1 15,4 0-35-15,-5-4 0 0,5 4 28 0,-4-4 1 0,4 4-29 16,-4-3 0-16,4 3 25 16,-1-2 1-16,1 2-26 0,-4 0 0 0,4 0 20 15,0 0 0-15,0 0-20 0,4 0 0 0,-4 0 16 16,0 0 1-16,0 0-17 0,5 2 0 0,-5-2 12 15,17 3 0-15,-17-3-12 0,35 4 0 0,-7-2 9 16,6 0 2-16,1 0-11 0,6 1 0 0,-2 1 6 0,8-4 2 16,3 2-8-16,1 0 0 0,6-2 6 0,9 0-1 15,-1 0-5-15,0 0 0 0,11 0 6 0,1 0 0 16,1 0-6-16,-2 0 0 0,3 0 5 0,-5-2 2 16,-3 4-7-16,4-2 0 0,-8-4 7 0,3 4-1 15,-4-4-6-15,-5 4 0 0,-7 4 7 0,-5-4 1 16,-5 2-8-16,-1-2 0 0,-6-2 6 0,-3-2 0 0,-4 3-6 0,-6 1 0 0,-9 1 5 15,-2 3 0-15,-2-2-5 0,-5 0 0 16,-4-2 12-16,-2 0-1 0,0 0-11 0,0 0 0 0,0 0 13 16,0 0 2-16,0 0-15 0,0 0 0 0,0 0 20 15,0 0 0-15,-2-2-20 16,-4 0 0-16,-7-3 26 0,0 1 0 0,-6 2-26 0,-5 0 0 0,-4 2 29 0,-7 0 1 16,-1 4-30-1,-6 5 0-15,2 4 33 0,1 2-1 0,39-15-1085 16</inkml:trace>
  <inkml:trace contextRef="#ctx0" brushRef="#br0" timeOffset="26037.31">13361 16615 515 0,'0'0'0'0,"0"0"0"0,-5-6 0 0,5 6 3 0,-17-7 1 0,17 7-4 0,-17-6 0 0,17 6 13 16,-5-4 0-16,5 4-13 0,-6-1 0 15,6 1 15 1,-4 0 1-16,4 0-16 0,-3 0 0 0,3 0 10 0,-4 0 1 0,4 0-11 0,-17 0 0 0,-1 0 8 31,-9 0 0-31,1 0-8 0,-2 0 0 0,-1 1 5 0,-1 1 2 0,-2 0-7 0,0-2 0 0,-3-2 3 32,3 0 2-32,1 1-5 0,1-1 0 0,2-2 2 0,2-2 1 15,0 3-3-15,0-1 0 0,3 2 3 16,3 0-1-16,5 0-2 0,-4 2 0 0,6 0 2 0,2 0 0 15,4 0-2-15,1 0 0 0,0 0 13 0,3 0-1 16,-3 0-12-16,-1 0 0 0,1 0 27 0,2 0 1 0,1 0-28 16,3 0 0-16,-4 0 37 0,2 0 0 0,2 0-37 15,-4 0 0-15,2 0 43 0,1 0 1 0,1 0-44 16,0 0 0-16,0 0 37 0,1 0 1 0,1 0-38 16,2 0 0-16,-4 2 30 0,6 0 1 0,1 4-31 15,12-3 0-15,7 7 26 0,5-1 1 0,-1-2-27 16,6 1 0-16,-3-8 23 0,5 2-1 0,-3 2-22 15,6-3 0-15,2 1 20 0,1 0 2 0,5 0-22 16,-1 0 0-16,6 0 20 0,6 1 0 0,0 1-20 16,-1 0 0-16,1 3 15 0,5 1 0 0,0-3-15 0,2-3 0 15,14-2 11-15,-1 0 1 0,3 2-12 0,5 0 0 0,-4 0 11 16,3 0 1-16,3-1-12 0,1 3 0 16,4 0 13-16,0-4 0 0,2 4-13 0,6-3 0 0,-1-1 12 15,2 2 1-15,6 0-13 0,2 0 0 0,2-2 13 0,1 0 1 16,1 0-14-16,-2 0 0 0,5-2 12 0,-2 0 0 15,4 0-12-15,2-1 0 0,0-3 12 0,6 1 0 16,-1 1-12-16,-3 0 0 0,2 2 17 0,1 0 1 16,-1-1-18-16,0 1 0 0,0-2 20 0,5 0 0 15,-2 4-20-15,3-1 0 0,-3-3 20 0,4 4 1 0,6-2-21 16,-2 0 0-16,2 0 22 0,9 2 0 16,-4-2-22-16,-3 1 0 0,-1 1 20 0,5 0-1 0,-5-2-19 15,-1 0 0-15,3 4 15 0,1 0 2 0,-3-4-17 16,-8 2 0-16,-1 2 14 0,-7-2 0 0,2 0-14 15,1 0 0-15,-1 0 15 0,3 1-1 16,-3 1-14-16,-2 0 0 0,-2 2 15 0,-2 1 1 0,4-1-16 16,-2-4 0-16,0-2 13 0,3 0 2 0,-3 1-15 0,-2-1 0 15,-3 0 12-15,-3 2 2 0,5-2-14 0,-3 2 0 16,-1 2 11-16,-1 0 1 0,-3 0-12 16,0-4 0-16,-6-2 9 0,-4-2 1 0,-5 5-10 0,-2-1 0 0,-3 0 7 15,-5 2 1-15,1-2-8 0,-8 0 0 0,0 2 5 16,2 0 2-16,-4 0-7 0,-1 0 0 0,-1-2 5 15,-7 2 0-15,-2-3-5 16,0 3 0-16,-7 0 4 0,-4 1 0 0,-6-1-4 0,-2 0 0 0,-9-1 3 0,-5-1 1 16,-4 0-4-16,-6 0 0 0,-2-2 3 15,-9 0 2-15,-1 3-5 0,-3 1 0 0,-2-4 3 0,-7 4 0 0,0 0-3 16,0 0 0-16,0 0 3 0,0 0 0 0,-2 0-3 16,-5 0 0-16,-10 0 3 0,-1 4 1 0,-12-4-4 15,-9-2 0-15,-12 4 3 0,-12-1 0 0,-2 1-3 16,-2 0 0-16,-8 0 3 15,4 2 0-15,-7-2-3 0,0 0 0 0,-2 1 2 0,-2 1 2 0,-4-4-4 16,-5 0 0-16,-2 0 1 16,-8 0 1-16,-1 0-2 0,-5 0 0 0,5 2 0 0,3 0 0 0,-9-6 0 0,-6 2 0 15,1 2 0-15,-7-2 0 0,5-3 0 0,-10 1 0 16,-2 2-2-16,4-4 1 0,2 1 1 0,-4-1 0 16,-1 3-4-16,-3-1 2 15,1-2 2-15,-5 1 0 0,3 1-4 0,1-2 0 16,-1-1 4-16,-4 3 0 0,1-1-4 0,-3-1-1 15,2 1 5-15,-2 3 0 0,-2-4-4 0,2 2-1 0,4 1 5 16,-4 1 0-16,2 2-4 0,-2 2 0 0,2-2 4 16,-2 0 0-16,0 0-3 0,-4 0 0 0,2 2 3 15,-7-1 0-15,-1 1-5 0,5-2 2 0,-1 4 3 0,1 0 0 0,-1-2-4 16,0 5 1-16,6-5 3 16,-3 2 0-16,1-1-3 0,2 1 0 0,2 0 3 0,5-1 0 0,-1 1-3 0,5 2 1 15,-4-3 2-15,2 1 0 0,-5 0-2 0,0 0-1 0,7-1 3 16,2 1 0-16,6 0-2 0,5 1 0 0,2-1 2 15,-4-2 0-15,-1 4-2 0,-3-1-1 0,5 1 3 16,1-4 0-16,-4-2-2 0,3 3 0 0,1 1 2 31,2 0 0-31,2-1-2 0,2 3-1 0,3-2 3 16,3-1 0-16,3 3-2 0,5 0 0 0,1-3 2 0,0 1 0 16,-6 0-2-16,2-1 1 0,4 3 1 0,1 0 0 15,1-1-3-15,5 1 2 0,4-2 1 0,0-1 0 16,0-1-1-16,1 0 0 0,3 5 1 0,0-3 0 0,7 2-1 15,1 3 0-15,5-5 1 0,0 1 0 0,9-5-1 16,-2 0 1-16,4 2 0 0,5 4 0 0,8-3-2 16,2 5 2-16,5-4 0 0,4 1 0 0,2-1-1 0,4 0 1 15,5-2 0-15,4-2 0 0,4 0-1 16,3 0 1-16,4 0 0 0,0 0 0 0,-2 0-1 0,4 0 1 16,4 0 0-16,-2 0 0 0,0 0-1 0,-2 0 1 15,9 0 0-15,10-2 0 0,11-4-1 0,7 4 1 0,6 0 0 16,0-1 0-16,1 1 0 0,5 0 0 0,-4 0 0 15,7-4 0-15,-2 1 0 0,4-3 0 0,9 1 0 16,-3 0 0-16,11 3 0 0,1-4 0 16,3 3 0-16,1 1 0 0,-1 0 0 0,5-1 0 0,4-3 0 15,-4 1 0-15,8-1 1 0,-1 1 0 0,1 0-1 16,5 1 0-16,2 0 1 0,6-1 0 0,-1-2-1 16,1-1 0-16,1-1 3 0,1 0-1 0,7 2-2 15,0-1 0-15,1 3 2 0,3 1 0 0,2-1-2 16,1-2 0-16,-1 1 3 0,-7-3-1 0,11 2-2 15,-1 0 0-15,6-3 1 0,1 3 1 0,-3 0-2 16,8-1 0-16,1 1 1 0,-1 2 2 0,-1-1-3 16,-1-1 0-16,-3-4 1 0,-1 0 1 0,2 5-2 0,-2-1 0 15,3 2 1-15,1 1 0 0,-4 2-1 0,-1 1 0 16,3-1 1-16,0 0 0 0,-2 1-1 0,3-1 0 0,-3 0 0 16,-2 2 2-16,2 0-2 0,4 1 0 0,1 1 0 15,2 0 1-15,2-4-1 0,-3 4 0 16,1-2 0-16,2 0 1 0,-3 0-1 0,-1 2 0 0,1 0 0 15,-1 2 1-15,-1-2-1 0,-3 0 0 0,5 0 0 0,-3 0 1 16,-3 2-1-16,2 0 0 0,-1 0 0 0,3 1 1 16,-2-1-1-16,-6 0 0 0,2-2 0 15,-6 2 0-15,2 2 0 0,6-1 0 0,-4-1 1 0,2 0 0 0,-3 0-1 16,-1 2 0-16,-5-2 2 0,1-1-1 0,-1 3-1 16,1 0 0-16,-1-2 1 0,-4 0 0 15,0 1-1-15,-6 1 0 0,-3 0 1 0,-1-1 0 0,-5-1-1 16,6-2 0-16,-4-2 1 0,-2 1 1 0,-6 1-2 15,-5 0 0-15,-4 1 3 0,-1 1-1 0,-1 0-2 16,-2 2 0-16,-1 0 2 0,-3-3 0 16,-5 1-2-16,-1 0 0 0,-3 0 3 0,-7 0-1 0,0-4-2 0,-6 0 0 15,-5 0 2-15,-4-1 0 0,-6 3-2 0,-3 0 0 16,-6 0 2-16,-2 1 0 0,-9-1-2 0,-2 0 0 0,-9 2 4 16,-2-2 1-16,2 0-5 0,-4 0 0 0,0 0 7 15,0 0-1-15,0 0-6 0,0 0 0 0,0 0 9 16,0 0 1-16,-8 4-10 0,-16 5 0 0,-13 6 8 15,-10 6 1-15,47-21-1460 0</inkml:trace>
</inkml:ink>
</file>

<file path=ppt/ink/ink1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55.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6-01-13T05:03:59.214"/>
    </inkml:context>
    <inkml:brush xml:id="br0">
      <inkml:brushProperty name="width" value="0.05292" units="cm"/>
      <inkml:brushProperty name="height" value="0.05292" units="cm"/>
      <inkml:brushProperty name="color" value="#00B0F0"/>
    </inkml:brush>
  </inkml:definitions>
  <inkml:trace contextRef="#ctx0" brushRef="#br0">7701 13499 12 0,'0'0'0'0,"0"0"0"15,0-6 0-15,0 6 0 0,0-2 0 0,0 2 0 0,0-5 0 0,0 5 0 16,0-2 0-16,0 2 0 0,0 0 0 0,0 0 0 0,0 0 0 0,0 0 0 0,0 2 0 31,0-2 0-31,2 5 0 0,-2-5 0 0,0 2 0 0,0-2 0 16,3 6 0-16,-3-6 0 0,2 3 0 15,-2-3 1-15,0 2 1 0,0-2-2 0,2 6 0 0,-2-6 1 16,0 0 2-16,0 0-3 0,0 0 0 0,0 0 3 16,0 0 1-16,0 0-4 0,0 0 0 0,0 0 7 15,0 0 1-15,0 0-8 0,0 0 0 0,0 0 13 0,0 0 1 16,0 0-14-16,0 0 0 0,0 0 26 0,0 0 0 15,0 0-26-15,0 0 0 0,0 0 31 0,0 2 0 16,0-2-31-16,0 0 0 0,0 0 32 0,0 0-1 0,0 0-31 16,0 2 0-16,0-2 31 0,0 0-1 15,0 0-30-15,0 0 0 0,0 0 26 0,0 0 1 0,0 0-27 16,0 0 0-16,0 0 20 0,0 0 1 0,0 0-21 16,0 0 0-16,0 0 17 0,0 0 1 0,0 0-18 15,-2 0 0-15,2 0 17 0,-7 0 0 0,7 0-17 16,-4 0 0-16,4 0 15 0,-4 0 2 0,4 0-17 15,-5 0 0-15,5 0 17 0,-4 0 0 0,4 0-17 16,-4 0 0-16,4 0 14 0,0 0 2 0,0 0-16 16,0 3 0-16,0-3 14 0,0 0 0 0,0 0-14 0,0 2 0 15,0-2 10-15,0 2 1 0,0-2-11 0,4 2 0 16,-4-2 8-16,4 5 1 0,-4-5-9 16,5 4 0-16,-5-4 7 0,8 8 0 0,-8-8-7 15,15 15 0-15,-15-15 5 0,17 13 2 0,-17-13-7 16,27 14 0-16,-27-14 7 0,38 6 0 0,-20 0-7 15,3-5 0-15,3 3 6 0,-2 2 1 0,3-4-7 16,1-1 0-16,-6 1 10 0,4 0 1 0,1-2-11 0,-3 0 0 16,2 2 13-16,2-2 0 0,-1-2-13 0,-3 0 0 15,2 2 15-15,8 0-1 0,-6-2-14 0,2 1 0 0,2-1 21 16,-4-4-1-16,0 2-20 0,-2 4 0 0,2-1 22 16,-3-1 1-16,3 2-23 0,3 2 0 0,3-2 21 0,0 0 1 15,-6 0-22-15,2 0 0 0,2-6 24 0,-10 2 1 16,6-3-25-16,-2 5 0 0,3-4 21 0,-1 5 1 15,0-1-22-15,0 0 0 0,0 2 21 0,0 2 0 16,0 0-21-16,2-2 0 0,0-2 18 0,0 0 0 0,0 0-18 16,4 2 0-16,-3 0 17 0,-1 0 1 0,2 0-18 15,-4-2 0-15,6 6 12 0,0-2 1 0,-6-2-13 16,5-2 0-16,3-4 14 0,5 4-1 0,-2 1-13 16,-1-3 0-16,1 6 13 0,0 0-1 0,2-2-12 15,0-2 0-15,-5-2 10 0,-1-2 0 0,3 1-10 16,-3 3 0-16,5 2 8 0,-7 4 0 0,8-4-8 15,-3-2 0-15,1-4 6 0,2 4 0 0,4-1-6 16,-7-1 0-16,6 0 5 0,-4 0 0 0,-5 1-5 16,1-1 0-16,-1 0 5 0,3 2-1 0,-5 1-4 0,3-1 0 15,-2-2 4-15,1 2-1 0,4 2-3 16,-3-2 0-16,3 0 3 0,-3 1 2 0,-1-3-5 0,1 0 0 0,-4-1 3 16,-2-3 1-16,-2 1-4 0,-4 1 0 0,-3 0 3 0,-3 5 2 15,-3-1-5 1,-1 2 0-16,-5-2 4 0,-1 0 2 0,-3 0-6 0,-1 0 0 0,0 0 5 15,2 2 1-15,-4 0-6 0,2 0 0 0,-2 0 4 0,0 0 2 0,0 0-6 16,3 0 0-16,-3 0 4 0,0 0 1 0,0 0-5 16,0 0 0-16,0 0 4 15,0 0 1-15,-3 0-5 0,-3 0 0 0,-3 0 4 0,-4 0 2 0,-4 0-6 16,-3 0 0 0,-7 2 6-16,1 0 0 0,0 2-6 0,-4 0 0 0,2 3 7 0,-5 1 0 0,-4-3-7 15,-1-1 0-15,-1-4 5 0,-5 0 1 0,3 2-6 16,-2 0 0-16,2 1 5 0,-4 3 0 0,2-1-5 15,-2-1 0-15,-3-2 4 0,-2 0 0 0,3 2-4 16,-3-1 0-16,-1 5 3 0,-3-3 1 0,0-1-4 16,6 3 0-16,-4-1 2 0,1 0 0 15,1-1-2-15,-4-1 0 0,2-4 1 0,-4 2 2 16,4 5-3-16,-4-1 0 0,4-1 1 0,-2 3 0 0,-36 1-1 16,25-5 0-16,9-4 0 0,4-4 1 0,6 4-1 15,-3 0 0-15,8 0 0 0,-4 0 0 0,8 0 0 0,-4 0 0 16,2 0 0-16,-4 0 0 0,15 0 0 15,-2 0 0-15,2 2 0 0,2 0 0 0,-3-6 0 0,2 4 0 0,1-4 0 0,2-1 0 16,11 3 0-16,0 0 0 0,0-3 0 0,4 5 0 0,1-2 0 16,-1 0 0-16,1-2 0 15,1 2 0-15,3 2 0 0,1 0 0 16,-3-2 0-16,2 2 0 0,2 0 0 0,0 0 0 0,-1 0 0 0,1 0 0 0,2 0 0 16,0 0 0-16,-6 0 0 15,4 0 0-15,2 0 0 0,0 0 0 0,0 0 0 0,0 0 1 0,0 0-1 31,0 2 0-31,2-2 0 0,4 2 1 0,20 6-1 0,0-1 0 0,2-5 0 0,7-2 1 0,5 0-1 16,-1 0 0-16,-2 2 0 0,2-2 0 0,0-4 0 0,0 0 0 16,0-1 0-16,-1-3 0 0,6 3 0 0,-3-1 0 15,6 0 0 1,-2 5 0-16,12-7 0 0,-4 6 0 0,3-3 0 0,1 1 0 0,-4-2 0 0,-1 1 0 16,4-3 0-16,1 5 0 15,1-3 0-15,2 4 0 0,-3-1 0 16,7-1 0-16,-3 0 0 0,1 0 0 0,-4 1 0 15,-1 1 0-15,-1-4 0 0,0 6 0 0,-4-3 0 0,0-1 0 16,-3 0 0-16,3-2 0 0,-7 1 0 16,0-3 0-16,-12 5 0 0,2-1 0 0,1 0 0 0,-4 1 0 15,1 1 0-15,-1 0 0 0,1 0 0 0,5-2 0 16,-20 4 0-16,3-2 0 0,-3 1 0 0,1-1 0 16,-10 2 0-16,2 0 0 0,-1 2 0 0,-1-1 0 0,-5-1 0 15,1 0 0-15,-1 0 1 0,2 0 1 0,-4 0-2 16,3 0 0-16,-3 0 3 0,2 0 1 0,-2 0-4 15,-1 0 0-15,3 0 7 0,-4 0 0 0,2 0-7 16,2 0 0-16,-4 0 11 0,2 0 1 0,0 0-12 16,1 0 0-16,-3 0 14 0,2 0 1 0,2 0-15 15,-4 2 0-15,0 0 13 0,0 0 0 0,-13 26-13 16,-11-4 0-16,24-24-1130 0</inkml:trace>
  <inkml:trace contextRef="#ctx0" brushRef="#br0" timeOffset="3038.5">14601 13489 12 0,'0'0'0'0,"0"0"0"0,-8 2 0 0,8-2 0 0,-13 2 0 16,13-2 0-16,-19 4 0 0,19-4 0 0,-13 4 0 16,13-4 0-16,-16 3 0 0,16-3 0 0,-17 6 0 15,17-6 0-15,-17 5 0 0,17-5 0 0,-24 4 0 16,24-4 0-16,-23 4 0 0,23-4 0 0,-18 4 0 16,18-4 0-16,-19 0 0 0,19 0 0 0,-15 0 0 0,15 0 0 15,-16-4 0-15,16 4 0 0,-21-6 0 0,21 6 0 16,-20-5 0-16,20 5 0 0,-25-2 0 0,25 2 0 15,-20-6 0-15,20 6 0 0,-17 0 0 16,17 0 0-16,-9 0 0 0,9 0 0 0,-6 0 0 0,6 0 0 16,-4 0 0-16,4 0 4 0,-3 0 2 0,3 0-6 15,-4 0 0-15,4 0 13 0,-6 0 2 0,6 0-15 0,-1 0 0 16,1 0 22-16,-2 0 2 0,2 0-24 0,0 0 0 16,0 0 29-16,0 0 1 0,0 0-30 15,0 0 0-15,0 0 33 0,0 0 0 0,0 0-33 0,0 0 0 16,0 0 31-16,3 0 0 0,-3 0-31 15,6-2 0-15,-6 2 27 0,13-3 0 0,-13 3-27 0,22-4 0 0,-22 4 27 16,28 0 0-16,-28 0-27 16,34 4 0-16,-34-4 24 0,35 3-1 0,-18 3-23 15,2-4 0-15,-6-2 22 0,3-2 0 0,-1-2-22 16,6 2 0-16,1 2 20 0,6 0 0 0,2 0-20 16,-2 0 0-16,2 0 22 0,3 0 0 0,-1 0-22 0,3 0 0 15,1-1 24-15,-5-5-1 0,5 4-23 0,-4-2 0 16,5-1 22-16,-6 3 0 0,5-2-22 0,-1 2 0 0,-1 1 24 15,3 1-1-15,2 0-23 0,-2 0 0 16,6-2 25-16,2-4 0 0,0 4-25 0,-2-1 0 0,-2-3 20 16,1 2 0-16,-1-3-20 0,4 1 0 0,0 1 21 15,-2-1 2-15,3 2-23 0,-1 1 0 0,0 3 18 16,-2 5 1-16,1-3-19 0,-5-2 0 0,-1-2 18 16,-7-3 0-16,7 1-18 0,-7-4 0 0,1-1 15 0,-4 5 1 0,-2-1-16 15,-2 1 0-15,-5 4 16 0,1 2 0 0,-1 0-16 16,-4-2 0-16,-4 0 13 0,-3 0 2 0,-3 0-15 15,-1 0 0-15,-2 0 12 0,0 0 1 0,-1 0-13 16,3-2 0-16,-4 0 12 0,0-2 0 0,0 4-12 16,0 0 0-16,0 0 11 0,0 0 0 0,-4 0-11 15,-3-1 0-15,-6-3 13 0,-8-2-1 0,1 2-12 16,-10 1 0-16,-3 3 14 0,-5 0-1 0,-1 3-13 16,0-1 0-16,-6 0 11 0,1-2 1 0,-3 2-12 15,-1 2 0-15,-3 0 8 0,-3-3 1 0,0 7-9 0,2-3 0 16,2-1 7-16,-2 4 0 0,-1-5-7 0,-1 3 0 15,6-4 6-15,-8-2-1 0,4 5-5 0,-2-1 0 0,-2-2 4 16,-2 3-1-16,12-3-3 0,-7 4 0 0,11-2 2 16,-3 1 1-16,4-1-3 0,-2 2 0 15,2-5 2-15,2 1-1 0,2-2-1 0,3 0 0 16,2-5 0-16,3-3 1 0,1 4-1 16,3 4 0-16,5 4 0 0,-1 0 0 0,5 0 0 0,3-2 0 0,-2-2 0 15,4 0 0-15,5 1 0 0,2-1 0 0,4 0 0 0,-3 2 0 16,3-2 0-16,0 0 0 0,0 0 0 0,0 2 0 15,0 2 0-15,3 0 0 0,-3-3 0 0,2 5 0 16,6 1 0-16,5 3 0 0,9-1 0 0,6 2 0 0,4-2 0 16,3-1 0-16,13-4-1 0,-3-3 1 0,5 3 0 15,6-2 0-15,2 0-1 0,5-2-1 0,6-2 2 16,-3-2 0-16,6-1-2 0,5-1 1 0,1 1 1 16,0-1 0-16,-3-1-2 0,-3 3 1 0,-3-4 1 15,2-1 0-15,0 0-2 0,-6 1 0 0,-1 3 2 16,-5-4 0-16,-9-5-1 0,3 7 0 0,-9-2 1 15,-1 3 0-15,0 4-1 0,-6 2 1 16,-1-3 0-16,-1 1 0 0,-9-6 0 0,-2 3 0 0,-3-1 0 0,-6 2 0 16,-4 4 0-16,-4 2 1 0,-1-2-1 15,-6-2 0-15,2-1 4 0,2 3 0 0,-4 0-4 0,2 0 0 0,-1 0 8 16,1 0 1-16,-2 0-9 0,0 0 0 0,2 0 8 16,0 0 1-16,2 0-9 0,-4 0 0 0,0 0-925 15</inkml:trace>
  <inkml:trace contextRef="#ctx0" brushRef="#br0" timeOffset="3846.72">18532 13415 338 0,'0'0'0'0,"-2"-4"0"15,-2 2 0-15,1-1 4 0,1-1 0 0,0 2-4 0,0 2 0 0,0 0 7 16,0 0 1-16,-5 0-8 0,1 0 0 0,-3 0 5 15,2 0 2-15,-5 0-7 0,-4 0 0 0,-5 0 6 16,-1 0-1-16,-1 0-5 0,5 0 0 0,-5 0 4 0,3 0-1 16,-1 0-3-1,3 0 0-15,-1 0 1 0,6 0 0 0,-2-2-1 0,6 0 0 0,5-1 0 16,-3 3 2-16,-3 0-2 0,3 0 0 0,-2 3 0 0,3-1 0 0,-1 0 0 16,1-2 0-16,0 0 0 0,1 0 0 0,-1 0 0 15,1 0 0-15,-3 0 0 0,6 2 1 0,-5-2-1 16,5 0 0-16,0 4 2 0,0-4 0 15,-1 0-2-15,3 2 0 0,-4-1 3 0,-2-1 1 0,6 2-4 32,0 4 0-32,0-2 5 0,0 3 1 0,4 2-6 15,0 1 0-15,3-1 7 0,4 0 0 0,1-3-7 0,8-2 0 0,2-4 7 16,1 0 1-16,5 0-8 0,5 0 0 0,1 0 8 0,7 0 0 0,-2 0-8 16,6 0 0-16,-1 0 8 0,5 1 0 0,3-1-8 15,-2 0 0-15,2 4 6 0,-1-4 1 0,3-4-7 16,2 3 0-1,0 1 11-15,1-2 2 0,-1 2-13 0,6 2 0 16,-1-2 15-16,1 1 1 0,1 3-16 0,-3-2 0 16,5 0 23-16,0 0-1 0,0-2-22 0,-5 3 0 0,5-3 25 15,-3 0-1-15,1 2-24 0,-2 0 0 0,7-2 24 16,-3 6 0-16,0-4-24 0,-2-2 0 0,-3 0 21 0,0 0 1 16,-5-2-22-16,-1-2 0 0,-5 2 18 0,-6 2 1 15,-6-2-19-15,0 0 0 0,1-3 14 0,-3 1-1 16,-5-1-13-16,-4 5 0 0,-9-2 18 0,-6 0 0 15,-4-2-18-15,-1 2 0 0,1 2 20 0,-5-2 1 0,0 1-21 16,0 1 0-16,0 0 28 0,0 0 0 0,-2 0-28 16,0 0 0-16,0 0 31 0,0 0 2 0,0 0-33 15,0 0 0-15,0 0 30 0,0 0 1 0,0 0-31 16,0 0 0-16,0 0 33 0,0 0 1 0,0-4-34 16,0 2 0-16,0 2 30 0,0-2 1 0,0 0-31 15,0-2 0-15,-2 3 29 0,-2 1 2 0,-3 5-31 16,-6 1 0-16,-6 9 20 0,-5 1 1 0,-1 1-21 15,-4-2 0-15,29-15-963 0</inkml:trace>
  <inkml:trace contextRef="#ctx0" brushRef="#br0" timeOffset="29435.44">19877 6664 250 0,'0'0'0'0,"0"0"0"15,2 4 0-15,-2-4 0 0,0 7 0 0,0-7 0 16,0 6 0-16,0-6 1 0,0 7 1 0,0-7-2 0,0 7 0 15,0-7 8-15,0 8 1 0,0-8-9 16,0 9 0-16,0-9 3 0,0 13 2 0,0-13-5 0,-5 4 0 0,5-4 8 16,-4 5 0-16,4-5-8 0,0 6 0 0,0-6 6 15,0 0 2-15,0 0-8 0,-4 6 0 0,4-6 6 16,-4 1 0-16,4-1-6 0,-3 0 0 0,3 0 9 16,-4 4 2-16,4-4-11 0,-8 0 0 0,8 0 11 0,-5 0 0 15,5 0-11-15,-9 0 0 0,9 0 13 0,-8 0 1 16,8 0-14-16,-5 0 0 0,5 0 17 0,-4 0 0 15,4 0-17-15,-4 0 0 0,4 0 20 0,-4 0 0 16,4 0-20-16,-3-5 0 0,3 5 20 0,-4-4 0 16,4 4-20-16,-4 0 0 0,4 0 19 0,-4 0 2 0,4 0-21 15,-3 0 0-15,3 0 16 0,-4 4 1 0,4-4-17 16,-6 7 0-16,6-7 15 0,-9 17 1 0,9-17-16 16,-19 26 0-16,6-9 11 0,-1 5 0 0,0-3-11 15,3-6 0-15,2 0 10 0,0-8 0 0,1 3-10 16,-1-1 0-16,1-1 14 0,1-1-1 0,-6-1-13 15,-6 5 0-15,-3 4 15 0,-4-3-1 0,0 1-14 16,5 0 0-16,5-2 18 0,2-3 0 0,0-1-18 16,2 1 0-16,7 0 15 0,1-6-1 0,2 3-14 15,-2 1 0-15,1 2 17 0,3-5 0 0,-6 3-17 16,2 0 0-16,3 0 17 0,-5 1 1 0,4 3-18 16,0-3 0-16,2-3 14 0,-3 2 2 0,3-1-16 0,0 1 0 15,3 0 16-15,-1 0 0 0,0 1-16 0,2 1 0 0,1-3 15 16,5 7 2-16,6-6-17 0,7-1 0 0,7-1 17 15,1 2 0-15,8-4-17 0,-1 0 0 0,4 0 14 16,5-6 2-16,3 3-16 0,1 3 0 0,5-2 14 16,3 4-1-16,5-2-13 0,-5-2 0 0,6 2 15 0,2 5-1 15,1-5-14-15,-1 0 0 0,2 0 15 16,1 2 1-16,1 2-16 0,-2-4 0 0,-2 2 15 0,2 0 1 16,-6-1-16-16,-3 3 0 0,-2 0 12 0,-4-4 1 0,-4 5-13 15,-3-3 0-15,-8 4 13 0,-2-4 1 0,-5 1-14 16,-2 1 0-16,-4-4 10 0,-4 0 1 0,-3 0-11 15,-4 4 0-15,-4-4 13 0,-4 2 1 16,-1 1-14-16,-2-3 0 0,-3 0 14 0,-1 0 1 0,0 0-15 16,0 0 0-16,0 0 16 0,0 0-1 15,-1 2-15-15,-5-2 0 0,-7 2 15 0,-6 0 0 0,-9 2-15 16,-5-1 0-16,-12-3 13 0,-7 6 1 0,-6-4-14 16,-1 0 0-16,-3 2 10 0,-1-4 0 0,-1 1-10 0,-1 3 0 15,-2-4 9-15,-4 2 1 0,0 0-10 16,-3 2 0-16,-8-4 10 0,2 5 1 0,-4-1-11 0,4 0 0 0,2 1 12 15,1-1 1-15,8 0-13 0,-2 1 0 0,10-3 16 16,-4 2 0-16,5-1-16 0,2 1 0 0,4 2 17 16,6-3 1-16,3 1-18 0,2-4 0 0,2 0 15 15,2 0 0-15,4-4-15 0,5 3 0 0,10-1 14 16,-3 2 1-16,10 0-15 0,2 0 0 0,7 0 10 0,4 2 1 16,0-2-11-16,0 0 0 15,0 0 10-15,0 0 0 0,4 0-10 0,-4 0 0 0,2 0 8 0,0 0 0 16,9-2-8-1,11-2 0-15,8-2 6 0,9-1 1 0,8 1-7 0,-1 3 0 0,6 1 5 0,4 0 0 0,2 0-5 16,2 2 0 0,3-4 6-16,2 3 0 0,-1 1-6 0,3 0 0 0,2 0 4 15,0 1 1-15,-2-2-5 0,0 1 0 0,-2 0 3 0,-2 0 1 16,-3 1-4-16,0 3 0 0,-3-4 5 0,1 4-1 0,-4 1-4 0,-2-1 0 0,-9-2 6 31,-6 4 1-31,1-1-7 0,-3-5 0 0,-3 2 6 0,-2 2 2 0,-6-2-8 16,-2 3 0-16,-3-3 9 0,-4 4 0 0,-4-3-9 0,-2-1 0 0,-3-2 9 15,-2 0 1 1,-3 0-10-16,1 0 0 0,0 0 8 0,-2 0 0 0,0 0-8 16,0 0 0-16,0 0 8 0,0 0 1 0,-2 0-9 15,-5 0 0-15,-4 0 9 0,-4 0 1 16,-11 0-10-16,-8 0 0 0,-5 0 9 0,-9 2 1 16,-8 4-10-16,-8 5 0 0,-7 2 8 0,-12 0 1 15,83-13-1369-15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CD3830-85D1-4120-A46B-CD9B950C3BB9}" type="datetimeFigureOut">
              <a:rPr lang="en-IN" smtClean="0"/>
              <a:t>13-01-2026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3F3AB-41E1-4FEB-829F-210A55F37EFE}" type="slidenum">
              <a:rPr lang="en-IN" smtClean="0"/>
              <a:t>‹#›</a:t>
            </a:fld>
            <a:endParaRPr lang="en-IN"/>
          </a:p>
        </p:txBody>
      </p:sp>
    </p:spTree>
    <p:extLst>
      <p:ext uri="{BB962C8B-B14F-4D97-AF65-F5344CB8AC3E}">
        <p14:creationId xmlns:p14="http://schemas.microsoft.com/office/powerpoint/2010/main" val="3618736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FD0FAF20-943D-6D5B-EB55-42994CDC594A}"/>
            </a:ext>
          </a:extLst>
        </p:cNvPr>
        <p:cNvGrpSpPr/>
        <p:nvPr/>
      </p:nvGrpSpPr>
      <p:grpSpPr>
        <a:xfrm>
          <a:off x="0" y="0"/>
          <a:ext cx="0" cy="0"/>
          <a:chOff x="0" y="0"/>
          <a:chExt cx="0" cy="0"/>
        </a:xfrm>
      </p:grpSpPr>
      <p:sp>
        <p:nvSpPr>
          <p:cNvPr id="131" name="Google Shape;131;g3228949e6b4_2_98:notes">
            <a:extLst>
              <a:ext uri="{FF2B5EF4-FFF2-40B4-BE49-F238E27FC236}">
                <a16:creationId xmlns:a16="http://schemas.microsoft.com/office/drawing/2014/main" id="{34F18E50-8493-6570-0E07-D091FF04F3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228949e6b4_2_98:notes">
            <a:extLst>
              <a:ext uri="{FF2B5EF4-FFF2-40B4-BE49-F238E27FC236}">
                <a16:creationId xmlns:a16="http://schemas.microsoft.com/office/drawing/2014/main" id="{954DDAC6-91EA-6BC4-139B-63C67B3B54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2660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49:notes"/>
          <p:cNvSpPr txBox="1">
            <a:spLocks noGrp="1"/>
          </p:cNvSpPr>
          <p:nvPr>
            <p:ph type="body" idx="1"/>
          </p:nvPr>
        </p:nvSpPr>
        <p:spPr>
          <a:xfrm>
            <a:off x="686233" y="4400176"/>
            <a:ext cx="5485534" cy="360082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E7196-0A1D-43F9-96F8-6131A8C3E5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91A347-14E4-4DA6-8466-E20F5DD0C1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25BB59-6C06-4608-B9C2-AFD556E0E88B}"/>
              </a:ext>
            </a:extLst>
          </p:cNvPr>
          <p:cNvSpPr>
            <a:spLocks noGrp="1"/>
          </p:cNvSpPr>
          <p:nvPr>
            <p:ph type="dt" sz="half" idx="10"/>
          </p:nvPr>
        </p:nvSpPr>
        <p:spPr/>
        <p:txBody>
          <a:bodyPr/>
          <a:lstStyle/>
          <a:p>
            <a:fld id="{72225D5B-60F4-47F1-97DF-38107AB8C824}" type="datetime1">
              <a:rPr lang="en-IN" smtClean="0"/>
              <a:t>13-01-2026</a:t>
            </a:fld>
            <a:endParaRPr lang="en-IN"/>
          </a:p>
        </p:txBody>
      </p:sp>
      <p:sp>
        <p:nvSpPr>
          <p:cNvPr id="5" name="Footer Placeholder 4">
            <a:extLst>
              <a:ext uri="{FF2B5EF4-FFF2-40B4-BE49-F238E27FC236}">
                <a16:creationId xmlns:a16="http://schemas.microsoft.com/office/drawing/2014/main" id="{DE024737-A7EA-405D-9C53-00DC76358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FCA8F-5152-4E17-A634-AAC30C0A16C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5093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7697-0E3B-45DE-993E-41D6192C54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F5D431-817D-468E-AC74-4AEFB8C24B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66076-D71B-432E-B3DA-D6BFA8E70485}"/>
              </a:ext>
            </a:extLst>
          </p:cNvPr>
          <p:cNvSpPr>
            <a:spLocks noGrp="1"/>
          </p:cNvSpPr>
          <p:nvPr>
            <p:ph type="dt" sz="half" idx="10"/>
          </p:nvPr>
        </p:nvSpPr>
        <p:spPr/>
        <p:txBody>
          <a:bodyPr/>
          <a:lstStyle/>
          <a:p>
            <a:fld id="{A653B269-3C36-483D-9396-A3070A3EEBFC}" type="datetime1">
              <a:rPr lang="en-IN" smtClean="0"/>
              <a:t>13-01-2026</a:t>
            </a:fld>
            <a:endParaRPr lang="en-IN"/>
          </a:p>
        </p:txBody>
      </p:sp>
      <p:sp>
        <p:nvSpPr>
          <p:cNvPr id="5" name="Footer Placeholder 4">
            <a:extLst>
              <a:ext uri="{FF2B5EF4-FFF2-40B4-BE49-F238E27FC236}">
                <a16:creationId xmlns:a16="http://schemas.microsoft.com/office/drawing/2014/main" id="{86E9EAE1-A891-420F-AABF-E5D3570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050AF0-4B82-4D90-9977-2702EFAD047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99803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000-B1F3-49B4-8840-4F2FE09F3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9AD8B6-0C53-47EB-9E27-9A8CFF9C0D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A0F0A-5BC1-44A8-A937-DAAFBEA3CE4A}"/>
              </a:ext>
            </a:extLst>
          </p:cNvPr>
          <p:cNvSpPr>
            <a:spLocks noGrp="1"/>
          </p:cNvSpPr>
          <p:nvPr>
            <p:ph type="dt" sz="half" idx="10"/>
          </p:nvPr>
        </p:nvSpPr>
        <p:spPr/>
        <p:txBody>
          <a:bodyPr/>
          <a:lstStyle/>
          <a:p>
            <a:fld id="{D719002D-9AE5-44B1-9B10-FB085242BC49}" type="datetime1">
              <a:rPr lang="en-IN" smtClean="0"/>
              <a:t>13-01-2026</a:t>
            </a:fld>
            <a:endParaRPr lang="en-IN"/>
          </a:p>
        </p:txBody>
      </p:sp>
      <p:sp>
        <p:nvSpPr>
          <p:cNvPr id="5" name="Footer Placeholder 4">
            <a:extLst>
              <a:ext uri="{FF2B5EF4-FFF2-40B4-BE49-F238E27FC236}">
                <a16:creationId xmlns:a16="http://schemas.microsoft.com/office/drawing/2014/main" id="{D516B7DB-3DF3-4E87-84F1-6D3BB836F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86888-F8BA-4159-BE04-8C9B0A74B0BB}"/>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89118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BC13-A691-4A44-8F09-DEAB94E6E2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0470BA-CF69-482F-86D7-B3B2B81039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EF3F02-F9D9-4D4B-932D-10D3C70151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54D0B3-961E-4BAC-9CA4-08D89CF82A20}"/>
              </a:ext>
            </a:extLst>
          </p:cNvPr>
          <p:cNvSpPr>
            <a:spLocks noGrp="1"/>
          </p:cNvSpPr>
          <p:nvPr>
            <p:ph type="dt" sz="half" idx="10"/>
          </p:nvPr>
        </p:nvSpPr>
        <p:spPr/>
        <p:txBody>
          <a:bodyPr/>
          <a:lstStyle/>
          <a:p>
            <a:fld id="{548523B4-6842-4C37-A800-C33970BE139B}" type="datetime1">
              <a:rPr lang="en-IN" smtClean="0"/>
              <a:t>13-01-2026</a:t>
            </a:fld>
            <a:endParaRPr lang="en-IN"/>
          </a:p>
        </p:txBody>
      </p:sp>
      <p:sp>
        <p:nvSpPr>
          <p:cNvPr id="6" name="Footer Placeholder 5">
            <a:extLst>
              <a:ext uri="{FF2B5EF4-FFF2-40B4-BE49-F238E27FC236}">
                <a16:creationId xmlns:a16="http://schemas.microsoft.com/office/drawing/2014/main" id="{8DD4364F-C564-48E4-84D0-352B17CE69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6F2F7-150E-4C49-B6B7-8E72E6E8E5A4}"/>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75150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1F13-E7B0-4450-891A-12D3F003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070134-48F1-45F0-9C63-38634B426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F6F59C-8B0A-4097-8A5D-BA9FB1FC2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0E4A01-83B3-465C-B056-C028FF594C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F7CD2-C62B-450F-A438-929A17296D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3DBE79-A9B6-48AB-9F01-88AA6A05B5CE}"/>
              </a:ext>
            </a:extLst>
          </p:cNvPr>
          <p:cNvSpPr>
            <a:spLocks noGrp="1"/>
          </p:cNvSpPr>
          <p:nvPr>
            <p:ph type="dt" sz="half" idx="10"/>
          </p:nvPr>
        </p:nvSpPr>
        <p:spPr/>
        <p:txBody>
          <a:bodyPr/>
          <a:lstStyle/>
          <a:p>
            <a:fld id="{5D1BD90C-7828-4672-BF49-1995FC6B6F2E}" type="datetime1">
              <a:rPr lang="en-IN" smtClean="0"/>
              <a:t>13-01-2026</a:t>
            </a:fld>
            <a:endParaRPr lang="en-IN"/>
          </a:p>
        </p:txBody>
      </p:sp>
      <p:sp>
        <p:nvSpPr>
          <p:cNvPr id="8" name="Footer Placeholder 7">
            <a:extLst>
              <a:ext uri="{FF2B5EF4-FFF2-40B4-BE49-F238E27FC236}">
                <a16:creationId xmlns:a16="http://schemas.microsoft.com/office/drawing/2014/main" id="{FCA1A849-F61D-416C-82D9-FD2F0D5B29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4E5968-BD8E-49EA-B1C0-883FDCD51EF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4074283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C0C5-C1DF-4B30-86BF-702058A090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980EB2-6319-452D-816A-655EE9C34746}"/>
              </a:ext>
            </a:extLst>
          </p:cNvPr>
          <p:cNvSpPr>
            <a:spLocks noGrp="1"/>
          </p:cNvSpPr>
          <p:nvPr>
            <p:ph type="dt" sz="half" idx="10"/>
          </p:nvPr>
        </p:nvSpPr>
        <p:spPr/>
        <p:txBody>
          <a:bodyPr/>
          <a:lstStyle/>
          <a:p>
            <a:fld id="{E8948D36-75F5-45C8-B989-D8905602C277}" type="datetime1">
              <a:rPr lang="en-IN" smtClean="0"/>
              <a:t>13-01-2026</a:t>
            </a:fld>
            <a:endParaRPr lang="en-IN"/>
          </a:p>
        </p:txBody>
      </p:sp>
      <p:sp>
        <p:nvSpPr>
          <p:cNvPr id="4" name="Footer Placeholder 3">
            <a:extLst>
              <a:ext uri="{FF2B5EF4-FFF2-40B4-BE49-F238E27FC236}">
                <a16:creationId xmlns:a16="http://schemas.microsoft.com/office/drawing/2014/main" id="{12847E02-77DD-4F7C-9461-431051F308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B48EC9-FFDF-4F14-A006-9ED08C221D7A}"/>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735135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AC4010-3CC3-4ED9-BC47-437A2B95829A}"/>
              </a:ext>
            </a:extLst>
          </p:cNvPr>
          <p:cNvSpPr>
            <a:spLocks noGrp="1"/>
          </p:cNvSpPr>
          <p:nvPr>
            <p:ph type="dt" sz="half" idx="10"/>
          </p:nvPr>
        </p:nvSpPr>
        <p:spPr/>
        <p:txBody>
          <a:bodyPr/>
          <a:lstStyle/>
          <a:p>
            <a:fld id="{A7DC3B91-B51D-491E-9A46-4F6FE91CE402}" type="datetime1">
              <a:rPr lang="en-IN" smtClean="0"/>
              <a:t>13-01-2026</a:t>
            </a:fld>
            <a:endParaRPr lang="en-IN"/>
          </a:p>
        </p:txBody>
      </p:sp>
      <p:sp>
        <p:nvSpPr>
          <p:cNvPr id="3" name="Footer Placeholder 2">
            <a:extLst>
              <a:ext uri="{FF2B5EF4-FFF2-40B4-BE49-F238E27FC236}">
                <a16:creationId xmlns:a16="http://schemas.microsoft.com/office/drawing/2014/main" id="{E80484C3-38E2-44A7-AD87-98DF739A72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07CE2B-838A-454A-852B-8EAFFA5BCF9F}"/>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18088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18C39-136A-490F-82E6-B74F16102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4E3FA5-A6D0-407B-9353-45807BDC70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65529D-8A1D-4CEC-ACF2-A9668B5DF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1B61FA-7B4A-49EE-9F1B-8F14E749EEA0}"/>
              </a:ext>
            </a:extLst>
          </p:cNvPr>
          <p:cNvSpPr>
            <a:spLocks noGrp="1"/>
          </p:cNvSpPr>
          <p:nvPr>
            <p:ph type="dt" sz="half" idx="10"/>
          </p:nvPr>
        </p:nvSpPr>
        <p:spPr/>
        <p:txBody>
          <a:bodyPr/>
          <a:lstStyle/>
          <a:p>
            <a:fld id="{CA336345-3E21-4EBB-8437-B3131759110C}" type="datetime1">
              <a:rPr lang="en-IN" smtClean="0"/>
              <a:t>13-01-2026</a:t>
            </a:fld>
            <a:endParaRPr lang="en-IN"/>
          </a:p>
        </p:txBody>
      </p:sp>
      <p:sp>
        <p:nvSpPr>
          <p:cNvPr id="6" name="Footer Placeholder 5">
            <a:extLst>
              <a:ext uri="{FF2B5EF4-FFF2-40B4-BE49-F238E27FC236}">
                <a16:creationId xmlns:a16="http://schemas.microsoft.com/office/drawing/2014/main" id="{BB6BDBE7-EB71-426C-8E02-2F39733F7F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14907-13EA-4E79-8417-0EC5E502E486}"/>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33748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4529-7C3C-4D10-AD9C-86CB67D2B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173FF7-1E37-47DA-BCCB-AFDD0F6F84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C43DAF-8DA8-48F8-B118-56B11692BF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107-EEF1-4F60-8BFB-A0B8F32EFE52}"/>
              </a:ext>
            </a:extLst>
          </p:cNvPr>
          <p:cNvSpPr>
            <a:spLocks noGrp="1"/>
          </p:cNvSpPr>
          <p:nvPr>
            <p:ph type="dt" sz="half" idx="10"/>
          </p:nvPr>
        </p:nvSpPr>
        <p:spPr/>
        <p:txBody>
          <a:bodyPr/>
          <a:lstStyle/>
          <a:p>
            <a:fld id="{4059C83C-29EA-4B4B-B64D-AFECCD6272DB}" type="datetime1">
              <a:rPr lang="en-IN" smtClean="0"/>
              <a:t>13-01-2026</a:t>
            </a:fld>
            <a:endParaRPr lang="en-IN"/>
          </a:p>
        </p:txBody>
      </p:sp>
      <p:sp>
        <p:nvSpPr>
          <p:cNvPr id="6" name="Footer Placeholder 5">
            <a:extLst>
              <a:ext uri="{FF2B5EF4-FFF2-40B4-BE49-F238E27FC236}">
                <a16:creationId xmlns:a16="http://schemas.microsoft.com/office/drawing/2014/main" id="{3BB2FC9C-1AB4-400D-8A60-C7B3A80585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25E51E-1606-443F-8DDC-5BC7A3D910F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0569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1B9E-9443-4F41-8CDB-8E6E4CF270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37440A-C0A0-4620-8CB7-BC24F4E100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CDE26-EE92-4514-B595-DD288D69BDDA}"/>
              </a:ext>
            </a:extLst>
          </p:cNvPr>
          <p:cNvSpPr>
            <a:spLocks noGrp="1"/>
          </p:cNvSpPr>
          <p:nvPr>
            <p:ph type="dt" sz="half" idx="10"/>
          </p:nvPr>
        </p:nvSpPr>
        <p:spPr/>
        <p:txBody>
          <a:bodyPr/>
          <a:lstStyle/>
          <a:p>
            <a:fld id="{8AD55DD2-246D-4D36-82D4-8AE838B18C1F}" type="datetime1">
              <a:rPr lang="en-IN" smtClean="0"/>
              <a:t>13-01-2026</a:t>
            </a:fld>
            <a:endParaRPr lang="en-IN"/>
          </a:p>
        </p:txBody>
      </p:sp>
      <p:sp>
        <p:nvSpPr>
          <p:cNvPr id="5" name="Footer Placeholder 4">
            <a:extLst>
              <a:ext uri="{FF2B5EF4-FFF2-40B4-BE49-F238E27FC236}">
                <a16:creationId xmlns:a16="http://schemas.microsoft.com/office/drawing/2014/main" id="{CAB18649-6317-4A86-BF87-6BCCFA208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FA2ED-B0E3-48EA-BF01-F14C24A36C7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76270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195C72-B502-4011-AB72-4BBC7CCE94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A45A48-60F9-47B3-9E1A-0E76EE6ED6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C2F640-11BE-4566-9603-D1D7F7E96FC4}"/>
              </a:ext>
            </a:extLst>
          </p:cNvPr>
          <p:cNvSpPr>
            <a:spLocks noGrp="1"/>
          </p:cNvSpPr>
          <p:nvPr>
            <p:ph type="dt" sz="half" idx="10"/>
          </p:nvPr>
        </p:nvSpPr>
        <p:spPr/>
        <p:txBody>
          <a:bodyPr/>
          <a:lstStyle/>
          <a:p>
            <a:fld id="{2CE717C7-A10A-4DB0-A56B-2C771F1D3D41}" type="datetime1">
              <a:rPr lang="en-IN" smtClean="0"/>
              <a:t>13-01-2026</a:t>
            </a:fld>
            <a:endParaRPr lang="en-IN"/>
          </a:p>
        </p:txBody>
      </p:sp>
      <p:sp>
        <p:nvSpPr>
          <p:cNvPr id="5" name="Footer Placeholder 4">
            <a:extLst>
              <a:ext uri="{FF2B5EF4-FFF2-40B4-BE49-F238E27FC236}">
                <a16:creationId xmlns:a16="http://schemas.microsoft.com/office/drawing/2014/main" id="{BF45CB06-5043-4F88-9848-829BAD7A0D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93EAC-3ADD-4236-B7D3-0540B8D65BE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910687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435DF9-745D-444C-9DD7-A6DD95468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A09DCF-D326-45B4-9E4E-070E32531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0EC5D-D4D0-42B9-9170-212F1B335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C20137-03FE-479B-A65D-815EC44829E7}" type="datetime1">
              <a:rPr lang="en-IN" smtClean="0"/>
              <a:t>13-01-2026</a:t>
            </a:fld>
            <a:endParaRPr lang="en-IN"/>
          </a:p>
        </p:txBody>
      </p:sp>
      <p:sp>
        <p:nvSpPr>
          <p:cNvPr id="5" name="Footer Placeholder 4">
            <a:extLst>
              <a:ext uri="{FF2B5EF4-FFF2-40B4-BE49-F238E27FC236}">
                <a16:creationId xmlns:a16="http://schemas.microsoft.com/office/drawing/2014/main" id="{D77E3022-2659-46A1-A7BE-9894421E2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EAFC63-250A-46C7-8FC2-85F3F3181D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7729C9-FBBD-4916-93BC-8B48DFD0D00A}" type="slidenum">
              <a:rPr lang="en-IN" smtClean="0"/>
              <a:pPr/>
              <a:t>‹#›</a:t>
            </a:fld>
            <a:endParaRPr lang="en-IN"/>
          </a:p>
        </p:txBody>
      </p:sp>
    </p:spTree>
    <p:extLst>
      <p:ext uri="{BB962C8B-B14F-4D97-AF65-F5344CB8AC3E}">
        <p14:creationId xmlns:p14="http://schemas.microsoft.com/office/powerpoint/2010/main" val="2921426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4.xml"/><Relationship Id="rId12" Type="http://schemas.openxmlformats.org/officeDocument/2006/relationships/image" Target="NULL"/><Relationship Id="rId2" Type="http://schemas.openxmlformats.org/officeDocument/2006/relationships/customXml" Target="../ink/ink1.xml"/><Relationship Id="rId16" Type="http://schemas.openxmlformats.org/officeDocument/2006/relationships/comments" Target="../comments/comment1.xml"/><Relationship Id="rId1" Type="http://schemas.openxmlformats.org/officeDocument/2006/relationships/slideLayout" Target="../slideLayouts/slideLayout2.xml"/><Relationship Id="rId11" Type="http://schemas.openxmlformats.org/officeDocument/2006/relationships/customXml" Target="../ink/ink3.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2.xml"/><Relationship Id="rId14" Type="http://schemas.openxmlformats.org/officeDocument/2006/relationships/image" Target="NULL"/></Relationships>
</file>

<file path=ppt/slides/_rels/slide5.xml.rels><?xml version="1.0" encoding="UTF-8" standalone="yes"?>
<Relationships xmlns="http://schemas.openxmlformats.org/package/2006/relationships"><Relationship Id="rId13" Type="http://schemas.openxmlformats.org/officeDocument/2006/relationships/customXml" Target="../ink/ink7.xml"/><Relationship Id="rId18" Type="http://schemas.openxmlformats.org/officeDocument/2006/relationships/comments" Target="../comments/comment2.xml"/><Relationship Id="rId12" Type="http://schemas.openxmlformats.org/officeDocument/2006/relationships/image" Target="NULL"/><Relationship Id="rId17" Type="http://schemas.openxmlformats.org/officeDocument/2006/relationships/image" Target="../media/image1.png"/><Relationship Id="rId2" Type="http://schemas.openxmlformats.org/officeDocument/2006/relationships/customXml" Target="../ink/ink5.xml"/><Relationship Id="rId16" Type="http://schemas.openxmlformats.org/officeDocument/2006/relationships/image" Target="NULL"/><Relationship Id="rId1" Type="http://schemas.openxmlformats.org/officeDocument/2006/relationships/slideLayout" Target="../slideLayouts/slideLayout2.xml"/><Relationship Id="rId11" Type="http://schemas.openxmlformats.org/officeDocument/2006/relationships/customXml" Target="../ink/ink6.xml"/><Relationship Id="rId15" Type="http://schemas.openxmlformats.org/officeDocument/2006/relationships/customXml" Target="../ink/ink8.xml"/><Relationship Id="rId10" Type="http://schemas.openxmlformats.org/officeDocument/2006/relationships/image" Target="NULL"/><Relationship Id="rId14" Type="http://schemas.openxmlformats.org/officeDocument/2006/relationships/image" Target="NULL"/></Relationships>
</file>

<file path=ppt/slides/_rels/slide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2.xml"/><Relationship Id="rId12" Type="http://schemas.openxmlformats.org/officeDocument/2006/relationships/image" Target="NULL"/><Relationship Id="rId17" Type="http://schemas.openxmlformats.org/officeDocument/2006/relationships/comments" Target="../comments/comment3.xml"/><Relationship Id="rId2" Type="http://schemas.openxmlformats.org/officeDocument/2006/relationships/customXml" Target="../ink/ink9.xml"/><Relationship Id="rId16" Type="http://schemas.openxmlformats.org/officeDocument/2006/relationships/image" Target="../media/image3.png"/><Relationship Id="rId1" Type="http://schemas.openxmlformats.org/officeDocument/2006/relationships/slideLayout" Target="../slideLayouts/slideLayout2.xml"/><Relationship Id="rId11" Type="http://schemas.openxmlformats.org/officeDocument/2006/relationships/customXml" Target="../ink/ink11.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10.xml"/><Relationship Id="rId14" Type="http://schemas.openxmlformats.org/officeDocument/2006/relationships/image" Target="NULL"/></Relationships>
</file>

<file path=ppt/slides/_rels/slide7.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customXml" Target="../ink/ink15.xml"/><Relationship Id="rId12" Type="http://schemas.openxmlformats.org/officeDocument/2006/relationships/comments" Target="../comments/comment4.xml"/><Relationship Id="rId2" Type="http://schemas.openxmlformats.org/officeDocument/2006/relationships/customXml" Target="../ink/ink13.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media/image1.png"/><Relationship Id="rId5" Type="http://schemas.openxmlformats.org/officeDocument/2006/relationships/customXml" Target="../ink/ink14.xm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customXml" Target="../ink/ink1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20.xml"/><Relationship Id="rId12" Type="http://schemas.openxmlformats.org/officeDocument/2006/relationships/image" Target="NULL"/><Relationship Id="rId17" Type="http://schemas.openxmlformats.org/officeDocument/2006/relationships/comments" Target="../comments/comment5.xml"/><Relationship Id="rId2" Type="http://schemas.openxmlformats.org/officeDocument/2006/relationships/customXml" Target="../ink/ink17.xml"/><Relationship Id="rId16" Type="http://schemas.openxmlformats.org/officeDocument/2006/relationships/image" Target="../media/image5.png"/><Relationship Id="rId1" Type="http://schemas.openxmlformats.org/officeDocument/2006/relationships/slideLayout" Target="../slideLayouts/slideLayout2.xml"/><Relationship Id="rId11" Type="http://schemas.openxmlformats.org/officeDocument/2006/relationships/customXml" Target="../ink/ink19.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18.xml"/><Relationship Id="rId14" Type="http://schemas.openxmlformats.org/officeDocument/2006/relationships/image" Target="NULL"/></Relationships>
</file>

<file path=ppt/slides/_rels/slide1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24.xml"/><Relationship Id="rId12" Type="http://schemas.openxmlformats.org/officeDocument/2006/relationships/image" Target="NULL"/><Relationship Id="rId17" Type="http://schemas.openxmlformats.org/officeDocument/2006/relationships/comments" Target="../comments/comment6.xml"/><Relationship Id="rId2" Type="http://schemas.openxmlformats.org/officeDocument/2006/relationships/customXml" Target="../ink/ink21.xml"/><Relationship Id="rId16" Type="http://schemas.openxmlformats.org/officeDocument/2006/relationships/image" Target="../media/image6.png"/><Relationship Id="rId1" Type="http://schemas.openxmlformats.org/officeDocument/2006/relationships/slideLayout" Target="../slideLayouts/slideLayout2.xml"/><Relationship Id="rId11" Type="http://schemas.openxmlformats.org/officeDocument/2006/relationships/customXml" Target="../ink/ink23.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22.xml"/><Relationship Id="rId14" Type="http://schemas.openxmlformats.org/officeDocument/2006/relationships/image" Target="NULL"/></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28.xml"/><Relationship Id="rId12" Type="http://schemas.openxmlformats.org/officeDocument/2006/relationships/image" Target="NULL"/><Relationship Id="rId2" Type="http://schemas.openxmlformats.org/officeDocument/2006/relationships/customXml" Target="../ink/ink25.xml"/><Relationship Id="rId16" Type="http://schemas.openxmlformats.org/officeDocument/2006/relationships/comments" Target="../comments/comment7.xml"/><Relationship Id="rId1" Type="http://schemas.openxmlformats.org/officeDocument/2006/relationships/slideLayout" Target="../slideLayouts/slideLayout2.xml"/><Relationship Id="rId11" Type="http://schemas.openxmlformats.org/officeDocument/2006/relationships/customXml" Target="../ink/ink27.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26.xml"/><Relationship Id="rId14" Type="http://schemas.openxmlformats.org/officeDocument/2006/relationships/image" Target="NULL"/></Relationships>
</file>

<file path=ppt/slides/_rels/slide13.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32.xml"/><Relationship Id="rId12" Type="http://schemas.openxmlformats.org/officeDocument/2006/relationships/image" Target="NULL"/><Relationship Id="rId17" Type="http://schemas.openxmlformats.org/officeDocument/2006/relationships/comments" Target="../comments/comment8.xml"/><Relationship Id="rId2" Type="http://schemas.openxmlformats.org/officeDocument/2006/relationships/customXml" Target="../ink/ink29.xml"/><Relationship Id="rId16" Type="http://schemas.openxmlformats.org/officeDocument/2006/relationships/image" Target="../media/image7.png"/><Relationship Id="rId1" Type="http://schemas.openxmlformats.org/officeDocument/2006/relationships/slideLayout" Target="../slideLayouts/slideLayout2.xml"/><Relationship Id="rId11" Type="http://schemas.openxmlformats.org/officeDocument/2006/relationships/customXml" Target="../ink/ink31.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30.xml"/><Relationship Id="rId14" Type="http://schemas.openxmlformats.org/officeDocument/2006/relationships/image" Target="NULL"/></Relationships>
</file>

<file path=ppt/slides/_rels/slide1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36.xml"/><Relationship Id="rId12" Type="http://schemas.openxmlformats.org/officeDocument/2006/relationships/image" Target="NULL"/><Relationship Id="rId17" Type="http://schemas.openxmlformats.org/officeDocument/2006/relationships/comments" Target="../comments/comment9.xml"/><Relationship Id="rId2" Type="http://schemas.openxmlformats.org/officeDocument/2006/relationships/customXml" Target="../ink/ink33.xml"/><Relationship Id="rId16" Type="http://schemas.openxmlformats.org/officeDocument/2006/relationships/image" Target="../media/image8.png"/><Relationship Id="rId1" Type="http://schemas.openxmlformats.org/officeDocument/2006/relationships/slideLayout" Target="../slideLayouts/slideLayout2.xml"/><Relationship Id="rId11" Type="http://schemas.openxmlformats.org/officeDocument/2006/relationships/customXml" Target="../ink/ink35.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34.xml"/><Relationship Id="rId14" Type="http://schemas.openxmlformats.org/officeDocument/2006/relationships/image" Target="NULL"/></Relationships>
</file>

<file path=ppt/slides/_rels/slide1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40.xml"/><Relationship Id="rId12" Type="http://schemas.openxmlformats.org/officeDocument/2006/relationships/image" Target="NULL"/><Relationship Id="rId17" Type="http://schemas.openxmlformats.org/officeDocument/2006/relationships/comments" Target="../comments/comment10.xml"/><Relationship Id="rId2" Type="http://schemas.openxmlformats.org/officeDocument/2006/relationships/customXml" Target="../ink/ink37.xml"/><Relationship Id="rId16" Type="http://schemas.openxmlformats.org/officeDocument/2006/relationships/image" Target="../media/image8.png"/><Relationship Id="rId1" Type="http://schemas.openxmlformats.org/officeDocument/2006/relationships/slideLayout" Target="../slideLayouts/slideLayout2.xml"/><Relationship Id="rId11" Type="http://schemas.openxmlformats.org/officeDocument/2006/relationships/customXml" Target="../ink/ink39.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38.xml"/><Relationship Id="rId14" Type="http://schemas.openxmlformats.org/officeDocument/2006/relationships/image" Target="NULL"/></Relationships>
</file>

<file path=ppt/slides/_rels/slide1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44.xml"/><Relationship Id="rId12" Type="http://schemas.openxmlformats.org/officeDocument/2006/relationships/image" Target="NULL"/><Relationship Id="rId17" Type="http://schemas.openxmlformats.org/officeDocument/2006/relationships/comments" Target="../comments/comment11.xml"/><Relationship Id="rId2" Type="http://schemas.openxmlformats.org/officeDocument/2006/relationships/customXml" Target="../ink/ink41.xml"/><Relationship Id="rId16" Type="http://schemas.openxmlformats.org/officeDocument/2006/relationships/image" Target="../media/image8.png"/><Relationship Id="rId1" Type="http://schemas.openxmlformats.org/officeDocument/2006/relationships/slideLayout" Target="../slideLayouts/slideLayout2.xml"/><Relationship Id="rId11" Type="http://schemas.openxmlformats.org/officeDocument/2006/relationships/customXml" Target="../ink/ink43.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42.xml"/><Relationship Id="rId14" Type="http://schemas.openxmlformats.org/officeDocument/2006/relationships/image" Target="NULL"/></Relationships>
</file>

<file path=ppt/slides/_rels/slide17.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48.xml"/><Relationship Id="rId12" Type="http://schemas.openxmlformats.org/officeDocument/2006/relationships/image" Target="NULL"/><Relationship Id="rId17" Type="http://schemas.openxmlformats.org/officeDocument/2006/relationships/comments" Target="../comments/comment12.xml"/><Relationship Id="rId2" Type="http://schemas.openxmlformats.org/officeDocument/2006/relationships/customXml" Target="../ink/ink45.xml"/><Relationship Id="rId16" Type="http://schemas.openxmlformats.org/officeDocument/2006/relationships/image" Target="../media/image8.png"/><Relationship Id="rId1" Type="http://schemas.openxmlformats.org/officeDocument/2006/relationships/slideLayout" Target="../slideLayouts/slideLayout2.xml"/><Relationship Id="rId11" Type="http://schemas.openxmlformats.org/officeDocument/2006/relationships/customXml" Target="../ink/ink47.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46.xml"/><Relationship Id="rId14" Type="http://schemas.openxmlformats.org/officeDocument/2006/relationships/image" Target="NULL"/></Relationships>
</file>

<file path=ppt/slides/_rels/slide18.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52.xml"/><Relationship Id="rId12" Type="http://schemas.openxmlformats.org/officeDocument/2006/relationships/image" Target="NULL"/><Relationship Id="rId17" Type="http://schemas.openxmlformats.org/officeDocument/2006/relationships/comments" Target="../comments/comment13.xml"/><Relationship Id="rId2" Type="http://schemas.openxmlformats.org/officeDocument/2006/relationships/customXml" Target="../ink/ink49.xml"/><Relationship Id="rId16" Type="http://schemas.openxmlformats.org/officeDocument/2006/relationships/image" Target="../media/image8.png"/><Relationship Id="rId1" Type="http://schemas.openxmlformats.org/officeDocument/2006/relationships/slideLayout" Target="../slideLayouts/slideLayout2.xml"/><Relationship Id="rId11" Type="http://schemas.openxmlformats.org/officeDocument/2006/relationships/customXml" Target="../ink/ink51.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50.xml"/><Relationship Id="rId14" Type="http://schemas.openxmlformats.org/officeDocument/2006/relationships/image" Target="NULL"/></Relationships>
</file>

<file path=ppt/slides/_rels/slide1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56.xml"/><Relationship Id="rId18" Type="http://schemas.openxmlformats.org/officeDocument/2006/relationships/comments" Target="../comments/comment14.xml"/><Relationship Id="rId12" Type="http://schemas.openxmlformats.org/officeDocument/2006/relationships/image" Target="NULL"/><Relationship Id="rId17" Type="http://schemas.openxmlformats.org/officeDocument/2006/relationships/image" Target="../media/image9.png"/><Relationship Id="rId2" Type="http://schemas.openxmlformats.org/officeDocument/2006/relationships/customXml" Target="../ink/ink53.xml"/><Relationship Id="rId16" Type="http://schemas.openxmlformats.org/officeDocument/2006/relationships/customXml" Target="../ink/ink57.xml"/><Relationship Id="rId1" Type="http://schemas.openxmlformats.org/officeDocument/2006/relationships/slideLayout" Target="../slideLayouts/slideLayout2.xml"/><Relationship Id="rId11" Type="http://schemas.openxmlformats.org/officeDocument/2006/relationships/customXml" Target="../ink/ink55.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54.xml"/><Relationship Id="rId14" Type="http://schemas.openxmlformats.org/officeDocument/2006/relationships/image" Target="NULL"/></Relationships>
</file>

<file path=ppt/slides/_rels/slide2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61.xml"/><Relationship Id="rId12" Type="http://schemas.openxmlformats.org/officeDocument/2006/relationships/image" Target="NULL"/><Relationship Id="rId2" Type="http://schemas.openxmlformats.org/officeDocument/2006/relationships/customXml" Target="../ink/ink58.xml"/><Relationship Id="rId16" Type="http://schemas.openxmlformats.org/officeDocument/2006/relationships/comments" Target="../comments/comment15.xml"/><Relationship Id="rId1" Type="http://schemas.openxmlformats.org/officeDocument/2006/relationships/slideLayout" Target="../slideLayouts/slideLayout2.xml"/><Relationship Id="rId11" Type="http://schemas.openxmlformats.org/officeDocument/2006/relationships/customXml" Target="../ink/ink60.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59.xml"/><Relationship Id="rId14" Type="http://schemas.openxmlformats.org/officeDocument/2006/relationships/image" Target="NULL"/></Relationships>
</file>

<file path=ppt/slides/_rels/slide2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65.xml"/><Relationship Id="rId12" Type="http://schemas.openxmlformats.org/officeDocument/2006/relationships/image" Target="NULL"/><Relationship Id="rId2" Type="http://schemas.openxmlformats.org/officeDocument/2006/relationships/customXml" Target="../ink/ink62.xml"/><Relationship Id="rId16" Type="http://schemas.openxmlformats.org/officeDocument/2006/relationships/comments" Target="../comments/comment16.xml"/><Relationship Id="rId1" Type="http://schemas.openxmlformats.org/officeDocument/2006/relationships/slideLayout" Target="../slideLayouts/slideLayout2.xml"/><Relationship Id="rId11" Type="http://schemas.openxmlformats.org/officeDocument/2006/relationships/customXml" Target="../ink/ink64.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63.xml"/><Relationship Id="rId14" Type="http://schemas.openxmlformats.org/officeDocument/2006/relationships/image" Target="NULL"/></Relationships>
</file>

<file path=ppt/slides/_rels/slide2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69.xml"/><Relationship Id="rId18" Type="http://schemas.openxmlformats.org/officeDocument/2006/relationships/comments" Target="../comments/comment17.xml"/><Relationship Id="rId12" Type="http://schemas.openxmlformats.org/officeDocument/2006/relationships/image" Target="NULL"/><Relationship Id="rId17" Type="http://schemas.openxmlformats.org/officeDocument/2006/relationships/image" Target="../media/image10.png"/><Relationship Id="rId2" Type="http://schemas.openxmlformats.org/officeDocument/2006/relationships/customXml" Target="../ink/ink66.xml"/><Relationship Id="rId16" Type="http://schemas.openxmlformats.org/officeDocument/2006/relationships/customXml" Target="../ink/ink70.xml"/><Relationship Id="rId1" Type="http://schemas.openxmlformats.org/officeDocument/2006/relationships/slideLayout" Target="../slideLayouts/slideLayout2.xml"/><Relationship Id="rId11" Type="http://schemas.openxmlformats.org/officeDocument/2006/relationships/customXml" Target="../ink/ink68.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67.xml"/><Relationship Id="rId14" Type="http://schemas.openxmlformats.org/officeDocument/2006/relationships/image" Target="NULL"/></Relationships>
</file>

<file path=ppt/slides/_rels/slide23.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74.xml"/><Relationship Id="rId12" Type="http://schemas.openxmlformats.org/officeDocument/2006/relationships/image" Target="NULL"/><Relationship Id="rId2" Type="http://schemas.openxmlformats.org/officeDocument/2006/relationships/customXml" Target="../ink/ink71.xml"/><Relationship Id="rId16" Type="http://schemas.openxmlformats.org/officeDocument/2006/relationships/comments" Target="../comments/comment18.xml"/><Relationship Id="rId1" Type="http://schemas.openxmlformats.org/officeDocument/2006/relationships/slideLayout" Target="../slideLayouts/slideLayout2.xml"/><Relationship Id="rId11" Type="http://schemas.openxmlformats.org/officeDocument/2006/relationships/customXml" Target="../ink/ink73.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72.xml"/><Relationship Id="rId14" Type="http://schemas.openxmlformats.org/officeDocument/2006/relationships/image" Target="NULL"/></Relationships>
</file>

<file path=ppt/slides/_rels/slide2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78.xml"/><Relationship Id="rId12" Type="http://schemas.openxmlformats.org/officeDocument/2006/relationships/image" Target="NULL"/><Relationship Id="rId2" Type="http://schemas.openxmlformats.org/officeDocument/2006/relationships/customXml" Target="../ink/ink75.xml"/><Relationship Id="rId16" Type="http://schemas.openxmlformats.org/officeDocument/2006/relationships/comments" Target="../comments/comment19.xml"/><Relationship Id="rId1" Type="http://schemas.openxmlformats.org/officeDocument/2006/relationships/slideLayout" Target="../slideLayouts/slideLayout2.xml"/><Relationship Id="rId11" Type="http://schemas.openxmlformats.org/officeDocument/2006/relationships/customXml" Target="../ink/ink77.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76.xml"/><Relationship Id="rId14" Type="http://schemas.openxmlformats.org/officeDocument/2006/relationships/image" Target="NULL"/></Relationships>
</file>

<file path=ppt/slides/_rels/slide2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82.xml"/><Relationship Id="rId12" Type="http://schemas.openxmlformats.org/officeDocument/2006/relationships/image" Target="NULL"/><Relationship Id="rId2" Type="http://schemas.openxmlformats.org/officeDocument/2006/relationships/customXml" Target="../ink/ink79.xml"/><Relationship Id="rId16" Type="http://schemas.openxmlformats.org/officeDocument/2006/relationships/comments" Target="../comments/comment20.xml"/><Relationship Id="rId1" Type="http://schemas.openxmlformats.org/officeDocument/2006/relationships/slideLayout" Target="../slideLayouts/slideLayout2.xml"/><Relationship Id="rId11" Type="http://schemas.openxmlformats.org/officeDocument/2006/relationships/customXml" Target="../ink/ink81.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80.xml"/><Relationship Id="rId14" Type="http://schemas.openxmlformats.org/officeDocument/2006/relationships/image" Target="NULL"/></Relationships>
</file>

<file path=ppt/slides/_rels/slide2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86.xml"/><Relationship Id="rId18" Type="http://schemas.openxmlformats.org/officeDocument/2006/relationships/image" Target="../media/image12.png"/><Relationship Id="rId12" Type="http://schemas.openxmlformats.org/officeDocument/2006/relationships/image" Target="NULL"/><Relationship Id="rId17" Type="http://schemas.openxmlformats.org/officeDocument/2006/relationships/customXml" Target="../ink/ink87.xml"/><Relationship Id="rId2" Type="http://schemas.openxmlformats.org/officeDocument/2006/relationships/customXml" Target="../ink/ink83.xml"/><Relationship Id="rId16" Type="http://schemas.openxmlformats.org/officeDocument/2006/relationships/image" Target="../media/image11.png"/><Relationship Id="rId1" Type="http://schemas.openxmlformats.org/officeDocument/2006/relationships/slideLayout" Target="../slideLayouts/slideLayout2.xml"/><Relationship Id="rId11" Type="http://schemas.openxmlformats.org/officeDocument/2006/relationships/customXml" Target="../ink/ink85.xml"/><Relationship Id="rId15" Type="http://schemas.openxmlformats.org/officeDocument/2006/relationships/image" Target="../media/image1.png"/><Relationship Id="rId10" Type="http://schemas.openxmlformats.org/officeDocument/2006/relationships/image" Target="NULL"/><Relationship Id="rId19" Type="http://schemas.openxmlformats.org/officeDocument/2006/relationships/comments" Target="../comments/comment21.xml"/><Relationship Id="rId9" Type="http://schemas.openxmlformats.org/officeDocument/2006/relationships/customXml" Target="../ink/ink84.xml"/><Relationship Id="rId14" Type="http://schemas.openxmlformats.org/officeDocument/2006/relationships/image" Target="NULL"/></Relationships>
</file>

<file path=ppt/slides/_rels/slide27.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91.xml"/><Relationship Id="rId18" Type="http://schemas.openxmlformats.org/officeDocument/2006/relationships/comments" Target="../comments/comment22.xml"/><Relationship Id="rId12" Type="http://schemas.openxmlformats.org/officeDocument/2006/relationships/image" Target="NULL"/><Relationship Id="rId17" Type="http://schemas.openxmlformats.org/officeDocument/2006/relationships/image" Target="../media/image13.png"/><Relationship Id="rId2" Type="http://schemas.openxmlformats.org/officeDocument/2006/relationships/customXml" Target="../ink/ink88.xml"/><Relationship Id="rId16" Type="http://schemas.openxmlformats.org/officeDocument/2006/relationships/customXml" Target="../ink/ink92.xml"/><Relationship Id="rId1" Type="http://schemas.openxmlformats.org/officeDocument/2006/relationships/slideLayout" Target="../slideLayouts/slideLayout2.xml"/><Relationship Id="rId11" Type="http://schemas.openxmlformats.org/officeDocument/2006/relationships/customXml" Target="../ink/ink90.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89.xml"/><Relationship Id="rId14" Type="http://schemas.openxmlformats.org/officeDocument/2006/relationships/image" Target="NULL"/></Relationships>
</file>

<file path=ppt/slides/_rels/slide28.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96.xml"/><Relationship Id="rId18" Type="http://schemas.openxmlformats.org/officeDocument/2006/relationships/comments" Target="../comments/comment23.xml"/><Relationship Id="rId12" Type="http://schemas.openxmlformats.org/officeDocument/2006/relationships/image" Target="NULL"/><Relationship Id="rId17" Type="http://schemas.openxmlformats.org/officeDocument/2006/relationships/image" Target="../media/image14.png"/><Relationship Id="rId2" Type="http://schemas.openxmlformats.org/officeDocument/2006/relationships/customXml" Target="../ink/ink93.xml"/><Relationship Id="rId16" Type="http://schemas.openxmlformats.org/officeDocument/2006/relationships/customXml" Target="../ink/ink97.xml"/><Relationship Id="rId1" Type="http://schemas.openxmlformats.org/officeDocument/2006/relationships/slideLayout" Target="../slideLayouts/slideLayout2.xml"/><Relationship Id="rId11" Type="http://schemas.openxmlformats.org/officeDocument/2006/relationships/customXml" Target="../ink/ink95.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94.xml"/><Relationship Id="rId14" Type="http://schemas.openxmlformats.org/officeDocument/2006/relationships/image" Target="NULL"/></Relationships>
</file>

<file path=ppt/slides/_rels/slide2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01.xml"/><Relationship Id="rId12" Type="http://schemas.openxmlformats.org/officeDocument/2006/relationships/image" Target="NULL"/><Relationship Id="rId2" Type="http://schemas.openxmlformats.org/officeDocument/2006/relationships/customXml" Target="../ink/ink98.xml"/><Relationship Id="rId16" Type="http://schemas.openxmlformats.org/officeDocument/2006/relationships/comments" Target="../comments/comment24.xml"/><Relationship Id="rId1" Type="http://schemas.openxmlformats.org/officeDocument/2006/relationships/slideLayout" Target="../slideLayouts/slideLayout2.xml"/><Relationship Id="rId11" Type="http://schemas.openxmlformats.org/officeDocument/2006/relationships/customXml" Target="../ink/ink100.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99.xml"/><Relationship Id="rId14" Type="http://schemas.openxmlformats.org/officeDocument/2006/relationships/image" Target="NULL"/></Relationships>
</file>

<file path=ppt/slides/_rels/slide3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05.xml"/><Relationship Id="rId18" Type="http://schemas.openxmlformats.org/officeDocument/2006/relationships/image" Target="../media/image16.png"/><Relationship Id="rId12" Type="http://schemas.openxmlformats.org/officeDocument/2006/relationships/image" Target="NULL"/><Relationship Id="rId17" Type="http://schemas.openxmlformats.org/officeDocument/2006/relationships/customXml" Target="../ink/ink106.xml"/><Relationship Id="rId2" Type="http://schemas.openxmlformats.org/officeDocument/2006/relationships/customXml" Target="../ink/ink102.xml"/><Relationship Id="rId16" Type="http://schemas.openxmlformats.org/officeDocument/2006/relationships/image" Target="../media/image15.png"/><Relationship Id="rId1" Type="http://schemas.openxmlformats.org/officeDocument/2006/relationships/slideLayout" Target="../slideLayouts/slideLayout2.xml"/><Relationship Id="rId11" Type="http://schemas.openxmlformats.org/officeDocument/2006/relationships/customXml" Target="../ink/ink104.xml"/><Relationship Id="rId15" Type="http://schemas.openxmlformats.org/officeDocument/2006/relationships/image" Target="../media/image1.png"/><Relationship Id="rId10" Type="http://schemas.openxmlformats.org/officeDocument/2006/relationships/image" Target="NULL"/><Relationship Id="rId19" Type="http://schemas.openxmlformats.org/officeDocument/2006/relationships/comments" Target="../comments/comment25.xml"/><Relationship Id="rId9" Type="http://schemas.openxmlformats.org/officeDocument/2006/relationships/customXml" Target="../ink/ink103.xml"/><Relationship Id="rId14" Type="http://schemas.openxmlformats.org/officeDocument/2006/relationships/image" Target="NULL"/></Relationships>
</file>

<file path=ppt/slides/_rels/slide3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10.xml"/><Relationship Id="rId18" Type="http://schemas.openxmlformats.org/officeDocument/2006/relationships/image" Target="../media/image18.png"/><Relationship Id="rId12" Type="http://schemas.openxmlformats.org/officeDocument/2006/relationships/image" Target="NULL"/><Relationship Id="rId17" Type="http://schemas.openxmlformats.org/officeDocument/2006/relationships/customXml" Target="../ink/ink111.xml"/><Relationship Id="rId2" Type="http://schemas.openxmlformats.org/officeDocument/2006/relationships/customXml" Target="../ink/ink107.xml"/><Relationship Id="rId16" Type="http://schemas.openxmlformats.org/officeDocument/2006/relationships/image" Target="../media/image17.png"/><Relationship Id="rId1" Type="http://schemas.openxmlformats.org/officeDocument/2006/relationships/slideLayout" Target="../slideLayouts/slideLayout2.xml"/><Relationship Id="rId11" Type="http://schemas.openxmlformats.org/officeDocument/2006/relationships/customXml" Target="../ink/ink109.xml"/><Relationship Id="rId15" Type="http://schemas.openxmlformats.org/officeDocument/2006/relationships/image" Target="../media/image1.png"/><Relationship Id="rId10" Type="http://schemas.openxmlformats.org/officeDocument/2006/relationships/image" Target="NULL"/><Relationship Id="rId19" Type="http://schemas.openxmlformats.org/officeDocument/2006/relationships/comments" Target="../comments/comment26.xml"/><Relationship Id="rId9" Type="http://schemas.openxmlformats.org/officeDocument/2006/relationships/customXml" Target="../ink/ink108.xml"/><Relationship Id="rId14" Type="http://schemas.openxmlformats.org/officeDocument/2006/relationships/image" Target="NULL"/></Relationships>
</file>

<file path=ppt/slides/_rels/slide3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15.xml"/><Relationship Id="rId18" Type="http://schemas.openxmlformats.org/officeDocument/2006/relationships/comments" Target="../comments/comment27.xml"/><Relationship Id="rId12" Type="http://schemas.openxmlformats.org/officeDocument/2006/relationships/image" Target="NULL"/><Relationship Id="rId17" Type="http://schemas.openxmlformats.org/officeDocument/2006/relationships/image" Target="../media/image19.png"/><Relationship Id="rId2" Type="http://schemas.openxmlformats.org/officeDocument/2006/relationships/customXml" Target="../ink/ink112.xml"/><Relationship Id="rId16" Type="http://schemas.openxmlformats.org/officeDocument/2006/relationships/customXml" Target="../ink/ink116.xml"/><Relationship Id="rId1" Type="http://schemas.openxmlformats.org/officeDocument/2006/relationships/slideLayout" Target="../slideLayouts/slideLayout2.xml"/><Relationship Id="rId11" Type="http://schemas.openxmlformats.org/officeDocument/2006/relationships/customXml" Target="../ink/ink114.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113.xml"/><Relationship Id="rId14" Type="http://schemas.openxmlformats.org/officeDocument/2006/relationships/image" Target="NULL"/></Relationships>
</file>

<file path=ppt/slides/_rels/slide33.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20.xml"/><Relationship Id="rId18" Type="http://schemas.openxmlformats.org/officeDocument/2006/relationships/comments" Target="../comments/comment28.xml"/><Relationship Id="rId12" Type="http://schemas.openxmlformats.org/officeDocument/2006/relationships/image" Target="NULL"/><Relationship Id="rId17" Type="http://schemas.openxmlformats.org/officeDocument/2006/relationships/image" Target="../media/image20.png"/><Relationship Id="rId2" Type="http://schemas.openxmlformats.org/officeDocument/2006/relationships/customXml" Target="../ink/ink117.xml"/><Relationship Id="rId16" Type="http://schemas.openxmlformats.org/officeDocument/2006/relationships/customXml" Target="../ink/ink121.xml"/><Relationship Id="rId1" Type="http://schemas.openxmlformats.org/officeDocument/2006/relationships/slideLayout" Target="../slideLayouts/slideLayout2.xml"/><Relationship Id="rId11" Type="http://schemas.openxmlformats.org/officeDocument/2006/relationships/customXml" Target="../ink/ink119.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118.xml"/><Relationship Id="rId14" Type="http://schemas.openxmlformats.org/officeDocument/2006/relationships/image" Target="NULL"/></Relationships>
</file>

<file path=ppt/slides/_rels/slide3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25.xml"/><Relationship Id="rId12" Type="http://schemas.openxmlformats.org/officeDocument/2006/relationships/image" Target="NULL"/><Relationship Id="rId2" Type="http://schemas.openxmlformats.org/officeDocument/2006/relationships/customXml" Target="../ink/ink122.xml"/><Relationship Id="rId16" Type="http://schemas.openxmlformats.org/officeDocument/2006/relationships/comments" Target="../comments/comment29.xml"/><Relationship Id="rId1" Type="http://schemas.openxmlformats.org/officeDocument/2006/relationships/slideLayout" Target="../slideLayouts/slideLayout2.xml"/><Relationship Id="rId11" Type="http://schemas.openxmlformats.org/officeDocument/2006/relationships/customXml" Target="../ink/ink124.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123.xml"/><Relationship Id="rId14" Type="http://schemas.openxmlformats.org/officeDocument/2006/relationships/image" Target="NULL"/></Relationships>
</file>

<file path=ppt/slides/_rels/slide3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29.xml"/><Relationship Id="rId12" Type="http://schemas.openxmlformats.org/officeDocument/2006/relationships/image" Target="NULL"/><Relationship Id="rId17" Type="http://schemas.openxmlformats.org/officeDocument/2006/relationships/comments" Target="../comments/comment30.xml"/><Relationship Id="rId2" Type="http://schemas.openxmlformats.org/officeDocument/2006/relationships/customXml" Target="../ink/ink126.xml"/><Relationship Id="rId16" Type="http://schemas.openxmlformats.org/officeDocument/2006/relationships/image" Target="../media/image21.png"/><Relationship Id="rId1" Type="http://schemas.openxmlformats.org/officeDocument/2006/relationships/slideLayout" Target="../slideLayouts/slideLayout2.xml"/><Relationship Id="rId11" Type="http://schemas.openxmlformats.org/officeDocument/2006/relationships/customXml" Target="../ink/ink128.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127.xml"/><Relationship Id="rId14" Type="http://schemas.openxmlformats.org/officeDocument/2006/relationships/image" Target="NUL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tif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customXml" Target="../ink/ink132.xml"/><Relationship Id="rId13" Type="http://schemas.openxmlformats.org/officeDocument/2006/relationships/comments" Target="../comments/comment31.xml"/><Relationship Id="rId7" Type="http://schemas.openxmlformats.org/officeDocument/2006/relationships/image" Target="NULL"/><Relationship Id="rId12" Type="http://schemas.openxmlformats.org/officeDocument/2006/relationships/image" Target="../media/image1.png"/><Relationship Id="rId2" Type="http://schemas.openxmlformats.org/officeDocument/2006/relationships/customXml" Target="../ink/ink130.xml"/><Relationship Id="rId1" Type="http://schemas.openxmlformats.org/officeDocument/2006/relationships/slideLayout" Target="../slideLayouts/slideLayout2.xml"/><Relationship Id="rId6" Type="http://schemas.openxmlformats.org/officeDocument/2006/relationships/customXml" Target="../ink/ink131.xm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customXml" Target="../ink/ink133.xml"/><Relationship Id="rId9" Type="http://schemas.openxmlformats.org/officeDocument/2006/relationships/image" Target="NULL"/></Relationships>
</file>

<file path=ppt/slides/_rels/slide39.xml.rels><?xml version="1.0" encoding="UTF-8" standalone="yes"?>
<Relationships xmlns="http://schemas.openxmlformats.org/package/2006/relationships"><Relationship Id="rId8" Type="http://schemas.openxmlformats.org/officeDocument/2006/relationships/customXml" Target="../ink/ink136.xml"/><Relationship Id="rId13" Type="http://schemas.openxmlformats.org/officeDocument/2006/relationships/comments" Target="../comments/comment32.xml"/><Relationship Id="rId7" Type="http://schemas.openxmlformats.org/officeDocument/2006/relationships/image" Target="NULL"/><Relationship Id="rId12" Type="http://schemas.openxmlformats.org/officeDocument/2006/relationships/image" Target="../media/image1.png"/><Relationship Id="rId2" Type="http://schemas.openxmlformats.org/officeDocument/2006/relationships/customXml" Target="../ink/ink134.xml"/><Relationship Id="rId1" Type="http://schemas.openxmlformats.org/officeDocument/2006/relationships/slideLayout" Target="../slideLayouts/slideLayout2.xml"/><Relationship Id="rId6" Type="http://schemas.openxmlformats.org/officeDocument/2006/relationships/customXml" Target="../ink/ink135.xm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customXml" Target="../ink/ink137.xml"/><Relationship Id="rId9" Type="http://schemas.openxmlformats.org/officeDocument/2006/relationships/image" Target="NULL"/></Relationships>
</file>

<file path=ppt/slides/_rels/slide40.xml.rels><?xml version="1.0" encoding="UTF-8" standalone="yes"?>
<Relationships xmlns="http://schemas.openxmlformats.org/package/2006/relationships"><Relationship Id="rId8" Type="http://schemas.openxmlformats.org/officeDocument/2006/relationships/customXml" Target="../ink/ink140.xml"/><Relationship Id="rId13" Type="http://schemas.openxmlformats.org/officeDocument/2006/relationships/comments" Target="../comments/comment33.xml"/><Relationship Id="rId7" Type="http://schemas.openxmlformats.org/officeDocument/2006/relationships/image" Target="NULL"/><Relationship Id="rId12" Type="http://schemas.openxmlformats.org/officeDocument/2006/relationships/image" Target="../media/image1.png"/><Relationship Id="rId2" Type="http://schemas.openxmlformats.org/officeDocument/2006/relationships/customXml" Target="../ink/ink138.xml"/><Relationship Id="rId1" Type="http://schemas.openxmlformats.org/officeDocument/2006/relationships/slideLayout" Target="../slideLayouts/slideLayout2.xml"/><Relationship Id="rId6" Type="http://schemas.openxmlformats.org/officeDocument/2006/relationships/customXml" Target="../ink/ink139.xm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customXml" Target="../ink/ink141.xml"/><Relationship Id="rId9" Type="http://schemas.openxmlformats.org/officeDocument/2006/relationships/image" Target="NULL"/></Relationships>
</file>

<file path=ppt/slides/_rels/slide41.xml.rels><?xml version="1.0" encoding="UTF-8" standalone="yes"?>
<Relationships xmlns="http://schemas.openxmlformats.org/package/2006/relationships"><Relationship Id="rId8" Type="http://schemas.openxmlformats.org/officeDocument/2006/relationships/customXml" Target="../ink/ink144.xml"/><Relationship Id="rId13" Type="http://schemas.openxmlformats.org/officeDocument/2006/relationships/comments" Target="../comments/comment34.xml"/><Relationship Id="rId7" Type="http://schemas.openxmlformats.org/officeDocument/2006/relationships/image" Target="NULL"/><Relationship Id="rId12" Type="http://schemas.openxmlformats.org/officeDocument/2006/relationships/image" Target="../media/image1.png"/><Relationship Id="rId2" Type="http://schemas.openxmlformats.org/officeDocument/2006/relationships/customXml" Target="../ink/ink142.xml"/><Relationship Id="rId1" Type="http://schemas.openxmlformats.org/officeDocument/2006/relationships/slideLayout" Target="../slideLayouts/slideLayout2.xml"/><Relationship Id="rId6" Type="http://schemas.openxmlformats.org/officeDocument/2006/relationships/customXml" Target="../ink/ink143.xm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customXml" Target="../ink/ink145.xml"/><Relationship Id="rId9" Type="http://schemas.openxmlformats.org/officeDocument/2006/relationships/image" Target="NULL"/></Relationships>
</file>

<file path=ppt/slides/_rels/slide42.xml.rels><?xml version="1.0" encoding="UTF-8" standalone="yes"?>
<Relationships xmlns="http://schemas.openxmlformats.org/package/2006/relationships"><Relationship Id="rId3" Type="http://schemas.openxmlformats.org/officeDocument/2006/relationships/customXml" Target="../ink/ink146.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8" Type="http://schemas.openxmlformats.org/officeDocument/2006/relationships/customXml" Target="../ink/ink149.xml"/><Relationship Id="rId13" Type="http://schemas.openxmlformats.org/officeDocument/2006/relationships/comments" Target="../comments/comment35.xml"/><Relationship Id="rId7" Type="http://schemas.openxmlformats.org/officeDocument/2006/relationships/image" Target="NULL"/><Relationship Id="rId12" Type="http://schemas.openxmlformats.org/officeDocument/2006/relationships/image" Target="../media/image1.png"/><Relationship Id="rId2" Type="http://schemas.openxmlformats.org/officeDocument/2006/relationships/customXml" Target="../ink/ink147.xml"/><Relationship Id="rId1" Type="http://schemas.openxmlformats.org/officeDocument/2006/relationships/slideLayout" Target="../slideLayouts/slideLayout2.xml"/><Relationship Id="rId6" Type="http://schemas.openxmlformats.org/officeDocument/2006/relationships/customXml" Target="../ink/ink148.xm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customXml" Target="../ink/ink150.xml"/><Relationship Id="rId9" Type="http://schemas.openxmlformats.org/officeDocument/2006/relationships/image" Target="NUL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customXml" Target="../ink/ink153.xml"/><Relationship Id="rId13" Type="http://schemas.openxmlformats.org/officeDocument/2006/relationships/comments" Target="../comments/comment36.xml"/><Relationship Id="rId7" Type="http://schemas.openxmlformats.org/officeDocument/2006/relationships/image" Target="NULL"/><Relationship Id="rId12" Type="http://schemas.openxmlformats.org/officeDocument/2006/relationships/image" Target="../media/image1.png"/><Relationship Id="rId2" Type="http://schemas.openxmlformats.org/officeDocument/2006/relationships/customXml" Target="../ink/ink151.xml"/><Relationship Id="rId1" Type="http://schemas.openxmlformats.org/officeDocument/2006/relationships/slideLayout" Target="../slideLayouts/slideLayout2.xml"/><Relationship Id="rId6" Type="http://schemas.openxmlformats.org/officeDocument/2006/relationships/customXml" Target="../ink/ink152.xm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customXml" Target="../ink/ink154.xml"/><Relationship Id="rId9" Type="http://schemas.openxmlformats.org/officeDocument/2006/relationships/image" Target="NULL"/></Relationships>
</file>

<file path=ppt/slides/_rels/slide46.xml.rels><?xml version="1.0" encoding="UTF-8" standalone="yes"?>
<Relationships xmlns="http://schemas.openxmlformats.org/package/2006/relationships"><Relationship Id="rId3" Type="http://schemas.openxmlformats.org/officeDocument/2006/relationships/customXml" Target="../ink/ink155.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884D8-88AA-506C-A995-4816CF45C31A}"/>
            </a:ext>
          </a:extLst>
        </p:cNvPr>
        <p:cNvGrpSpPr/>
        <p:nvPr/>
      </p:nvGrpSpPr>
      <p:grpSpPr>
        <a:xfrm>
          <a:off x="0" y="0"/>
          <a:ext cx="0" cy="0"/>
          <a:chOff x="0" y="0"/>
          <a:chExt cx="0" cy="0"/>
        </a:xfrm>
      </p:grpSpPr>
      <p:sp>
        <p:nvSpPr>
          <p:cNvPr id="2051" name="Rectangle 13">
            <a:extLst>
              <a:ext uri="{FF2B5EF4-FFF2-40B4-BE49-F238E27FC236}">
                <a16:creationId xmlns:a16="http://schemas.microsoft.com/office/drawing/2014/main" id="{93EDC3FF-C190-C8EA-7DEC-7D397F52961F}"/>
              </a:ext>
            </a:extLst>
          </p:cNvPr>
          <p:cNvSpPr>
            <a:spLocks noChangeArrowheads="1"/>
          </p:cNvSpPr>
          <p:nvPr/>
        </p:nvSpPr>
        <p:spPr bwMode="auto">
          <a:xfrm>
            <a:off x="4641850" y="4384675"/>
            <a:ext cx="7496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b="1" dirty="0">
                <a:latin typeface="Arial" panose="020B0604020202020204" pitchFamily="34" charset="0"/>
              </a:rPr>
              <a:t>Dr. Pooja Agarwal</a:t>
            </a:r>
          </a:p>
        </p:txBody>
      </p:sp>
      <p:sp>
        <p:nvSpPr>
          <p:cNvPr id="2052" name="Rectangle 14">
            <a:extLst>
              <a:ext uri="{FF2B5EF4-FFF2-40B4-BE49-F238E27FC236}">
                <a16:creationId xmlns:a16="http://schemas.microsoft.com/office/drawing/2014/main" id="{E126F1CE-3265-D2D3-A8ED-FB29F4A96952}"/>
              </a:ext>
            </a:extLst>
          </p:cNvPr>
          <p:cNvSpPr>
            <a:spLocks noChangeArrowheads="1"/>
          </p:cNvSpPr>
          <p:nvPr/>
        </p:nvSpPr>
        <p:spPr bwMode="auto">
          <a:xfrm>
            <a:off x="4641850" y="4846638"/>
            <a:ext cx="7496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a:latin typeface="Arial" panose="020B0604020202020204" pitchFamily="34" charset="0"/>
              </a:rPr>
              <a:t>Dept. of CSE, PES University, Bangalore</a:t>
            </a:r>
          </a:p>
        </p:txBody>
      </p:sp>
      <p:grpSp>
        <p:nvGrpSpPr>
          <p:cNvPr id="20" name="Group 19">
            <a:extLst>
              <a:ext uri="{FF2B5EF4-FFF2-40B4-BE49-F238E27FC236}">
                <a16:creationId xmlns:a16="http://schemas.microsoft.com/office/drawing/2014/main" id="{75A5893B-36D7-B39F-6574-0BEF4B614DA0}"/>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a16="http://schemas.microsoft.com/office/drawing/2014/main" id="{B357EE55-932E-282C-F262-08B6A35DE8A3}"/>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5" name="Rectangle 24">
              <a:extLst>
                <a:ext uri="{FF2B5EF4-FFF2-40B4-BE49-F238E27FC236}">
                  <a16:creationId xmlns:a16="http://schemas.microsoft.com/office/drawing/2014/main" id="{BED1F7A9-6D4B-6583-A540-C61464640517}"/>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pSp>
      <p:cxnSp>
        <p:nvCxnSpPr>
          <p:cNvPr id="11" name="Straight Connector 10">
            <a:extLst>
              <a:ext uri="{FF2B5EF4-FFF2-40B4-BE49-F238E27FC236}">
                <a16:creationId xmlns:a16="http://schemas.microsoft.com/office/drawing/2014/main" id="{0FD2D032-4BDF-904C-4128-8AC3A456DDE2}"/>
              </a:ext>
            </a:extLst>
          </p:cNvPr>
          <p:cNvCxnSpPr/>
          <p:nvPr/>
        </p:nvCxnSpPr>
        <p:spPr>
          <a:xfrm flipV="1">
            <a:off x="4889500" y="4384675"/>
            <a:ext cx="4581525"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7FCCEBE-CF5C-2002-9968-7EA6E810D44D}"/>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a16="http://schemas.microsoft.com/office/drawing/2014/main" id="{3F0BEC23-062A-FD79-274A-8A4CCCDFE8C1}"/>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8" name="Rectangle 17">
              <a:extLst>
                <a:ext uri="{FF2B5EF4-FFF2-40B4-BE49-F238E27FC236}">
                  <a16:creationId xmlns:a16="http://schemas.microsoft.com/office/drawing/2014/main" id="{AAE9A012-124A-AB39-5001-C490129B421D}"/>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pSp>
      <p:pic>
        <p:nvPicPr>
          <p:cNvPr id="2056" name="object 5">
            <a:extLst>
              <a:ext uri="{FF2B5EF4-FFF2-40B4-BE49-F238E27FC236}">
                <a16:creationId xmlns:a16="http://schemas.microsoft.com/office/drawing/2014/main" id="{3E2B4B40-4943-37DE-2983-E6D43431E0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275" y="1787525"/>
            <a:ext cx="2374900" cy="365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105DE2F-FA5D-ECAD-E530-C3EA137ADC55}"/>
              </a:ext>
            </a:extLst>
          </p:cNvPr>
          <p:cNvSpPr/>
          <p:nvPr/>
        </p:nvSpPr>
        <p:spPr>
          <a:xfrm>
            <a:off x="6096000" y="1730266"/>
            <a:ext cx="2181225" cy="646331"/>
          </a:xfrm>
          <a:prstGeom prst="rect">
            <a:avLst/>
          </a:prstGeom>
        </p:spPr>
        <p:txBody>
          <a:bodyPr wrap="square">
            <a:spAutoFit/>
          </a:bodyPr>
          <a:lstStyle/>
          <a:p>
            <a:r>
              <a:rPr lang="en-IN" sz="3600" b="1" u="sng" dirty="0">
                <a:solidFill>
                  <a:srgbClr val="FF0000"/>
                </a:solidFill>
              </a:rPr>
              <a:t>Unit 1</a:t>
            </a:r>
          </a:p>
        </p:txBody>
      </p:sp>
      <p:sp>
        <p:nvSpPr>
          <p:cNvPr id="4" name="Rectangle 3">
            <a:extLst>
              <a:ext uri="{FF2B5EF4-FFF2-40B4-BE49-F238E27FC236}">
                <a16:creationId xmlns:a16="http://schemas.microsoft.com/office/drawing/2014/main" id="{81B971A3-32DB-BD1A-6B28-A37F3C620372}"/>
              </a:ext>
            </a:extLst>
          </p:cNvPr>
          <p:cNvSpPr/>
          <p:nvPr/>
        </p:nvSpPr>
        <p:spPr>
          <a:xfrm>
            <a:off x="4731026" y="3667444"/>
            <a:ext cx="6149699" cy="584775"/>
          </a:xfrm>
          <a:prstGeom prst="rect">
            <a:avLst/>
          </a:prstGeom>
        </p:spPr>
        <p:txBody>
          <a:bodyPr wrap="square">
            <a:spAutoFit/>
          </a:bodyPr>
          <a:lstStyle/>
          <a:p>
            <a:pPr>
              <a:buClr>
                <a:schemeClr val="dk1"/>
              </a:buClr>
              <a:buSzPts val="1100"/>
            </a:pPr>
            <a:r>
              <a:rPr lang="en-US" sz="3200" b="1" dirty="0">
                <a:solidFill>
                  <a:srgbClr val="C55A11"/>
                </a:solidFill>
                <a:latin typeface="Calibri"/>
                <a:ea typeface="Calibri"/>
                <a:cs typeface="Calibri"/>
                <a:sym typeface="Calibri"/>
              </a:rPr>
              <a:t>Tokenization and </a:t>
            </a:r>
            <a:r>
              <a:rPr lang="en-US" sz="3200" b="1" dirty="0" err="1">
                <a:solidFill>
                  <a:srgbClr val="C55A11"/>
                </a:solidFill>
                <a:latin typeface="Calibri"/>
                <a:ea typeface="Calibri"/>
                <a:cs typeface="Calibri"/>
                <a:sym typeface="Calibri"/>
              </a:rPr>
              <a:t>Ngrams</a:t>
            </a:r>
            <a:endParaRPr lang="en-US" sz="2400" dirty="0"/>
          </a:p>
        </p:txBody>
      </p:sp>
      <p:sp>
        <p:nvSpPr>
          <p:cNvPr id="5" name="Rectangle 4">
            <a:extLst>
              <a:ext uri="{FF2B5EF4-FFF2-40B4-BE49-F238E27FC236}">
                <a16:creationId xmlns:a16="http://schemas.microsoft.com/office/drawing/2014/main" id="{1C2AC26A-E62F-8101-6EC5-6B9CB1FE6B7D}"/>
              </a:ext>
            </a:extLst>
          </p:cNvPr>
          <p:cNvSpPr/>
          <p:nvPr/>
        </p:nvSpPr>
        <p:spPr>
          <a:xfrm>
            <a:off x="2567536" y="503881"/>
            <a:ext cx="7497214" cy="707886"/>
          </a:xfrm>
          <a:prstGeom prst="rect">
            <a:avLst/>
          </a:prstGeom>
        </p:spPr>
        <p:txBody>
          <a:bodyPr wrap="square">
            <a:spAutoFit/>
          </a:bodyPr>
          <a:lstStyle/>
          <a:p>
            <a:r>
              <a:rPr lang="en-US" sz="4000" b="1" dirty="0" err="1">
                <a:solidFill>
                  <a:schemeClr val="accent2">
                    <a:lumMod val="75000"/>
                  </a:schemeClr>
                </a:solidFill>
              </a:rPr>
              <a:t>GenerativeAI</a:t>
            </a:r>
            <a:r>
              <a:rPr lang="en-US" sz="4000" b="1" dirty="0">
                <a:solidFill>
                  <a:schemeClr val="accent2">
                    <a:lumMod val="75000"/>
                  </a:schemeClr>
                </a:solidFill>
              </a:rPr>
              <a:t> and Its Applications</a:t>
            </a:r>
          </a:p>
        </p:txBody>
      </p:sp>
      <p:sp>
        <p:nvSpPr>
          <p:cNvPr id="135" name="Google Shape;135;p21">
            <a:extLst>
              <a:ext uri="{FF2B5EF4-FFF2-40B4-BE49-F238E27FC236}">
                <a16:creationId xmlns:a16="http://schemas.microsoft.com/office/drawing/2014/main" id="{67F86042-2C35-03EC-2220-3972DA3DDCCA}"/>
              </a:ext>
            </a:extLst>
          </p:cNvPr>
          <p:cNvSpPr/>
          <p:nvPr/>
        </p:nvSpPr>
        <p:spPr>
          <a:xfrm>
            <a:off x="6316143" y="2640500"/>
            <a:ext cx="2612000" cy="835200"/>
          </a:xfrm>
          <a:prstGeom prst="rect">
            <a:avLst/>
          </a:prstGeom>
          <a:noFill/>
          <a:ln>
            <a:noFill/>
          </a:ln>
        </p:spPr>
        <p:txBody>
          <a:bodyPr spcFirstLastPara="1" wrap="square" lIns="121900" tIns="60933" rIns="121900" bIns="60933" anchor="t" anchorCtr="0">
            <a:noAutofit/>
          </a:bodyPr>
          <a:lstStyle/>
          <a:p>
            <a:pPr>
              <a:buClr>
                <a:srgbClr val="000000"/>
              </a:buClr>
              <a:buSzPts val="3600"/>
            </a:pPr>
            <a:endParaRPr sz="1867" dirty="0">
              <a:solidFill>
                <a:srgbClr val="000000"/>
              </a:solidFill>
              <a:latin typeface="Arial"/>
              <a:ea typeface="Arial"/>
              <a:cs typeface="Arial"/>
              <a:sym typeface="Arial"/>
            </a:endParaRPr>
          </a:p>
          <a:p>
            <a:pPr>
              <a:buClr>
                <a:srgbClr val="000000"/>
              </a:buClr>
              <a:buSzPts val="3600"/>
            </a:pPr>
            <a:r>
              <a:rPr lang="en-GB" sz="2667" b="1" dirty="0">
                <a:solidFill>
                  <a:srgbClr val="2F5496"/>
                </a:solidFill>
                <a:latin typeface="Calibri"/>
                <a:ea typeface="Calibri"/>
                <a:cs typeface="Calibri"/>
                <a:sym typeface="Calibri"/>
              </a:rPr>
              <a:t>(UE23CS342BA4)</a:t>
            </a:r>
            <a:endParaRPr sz="2667" b="1" dirty="0">
              <a:solidFill>
                <a:srgbClr val="2F5496"/>
              </a:solidFill>
              <a:latin typeface="Calibri"/>
              <a:ea typeface="Calibri"/>
              <a:cs typeface="Calibri"/>
              <a:sym typeface="Calibri"/>
            </a:endParaRPr>
          </a:p>
        </p:txBody>
      </p:sp>
    </p:spTree>
    <p:extLst>
      <p:ext uri="{BB962C8B-B14F-4D97-AF65-F5344CB8AC3E}">
        <p14:creationId xmlns:p14="http://schemas.microsoft.com/office/powerpoint/2010/main" val="206714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45B4DC6B-8399-4A01-0583-8CDBBAD224FF}"/>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C0774D66-BD6C-1C5C-A17D-ABE50FF83244}"/>
              </a:ext>
            </a:extLst>
          </p:cNvPr>
          <p:cNvSpPr/>
          <p:nvPr/>
        </p:nvSpPr>
        <p:spPr>
          <a:xfrm>
            <a:off x="693900" y="1887267"/>
            <a:ext cx="7792000" cy="729200"/>
          </a:xfrm>
          <a:prstGeom prst="rect">
            <a:avLst/>
          </a:prstGeom>
          <a:noFill/>
          <a:ln>
            <a:noFill/>
          </a:ln>
        </p:spPr>
        <p:txBody>
          <a:bodyPr spcFirstLastPara="1" wrap="square" lIns="121900" tIns="60933" rIns="121900" bIns="60933" anchor="t" anchorCtr="0">
            <a:noAutofit/>
          </a:bodyPr>
          <a:lstStyle/>
          <a:p>
            <a:pPr>
              <a:buClr>
                <a:srgbClr val="000000"/>
              </a:buClr>
              <a:buSzPts val="3600"/>
            </a:pPr>
            <a:r>
              <a:rPr lang="en-GB" sz="3733" b="1" dirty="0">
                <a:latin typeface="Calibri"/>
                <a:ea typeface="Calibri"/>
                <a:cs typeface="Calibri"/>
                <a:sym typeface="Calibri"/>
              </a:rPr>
              <a:t>Generative AI and its Applications</a:t>
            </a:r>
            <a:endParaRPr sz="800" dirty="0">
              <a:solidFill>
                <a:srgbClr val="000000"/>
              </a:solidFill>
              <a:latin typeface="Arial"/>
              <a:ea typeface="Arial"/>
              <a:cs typeface="Arial"/>
              <a:sym typeface="Arial"/>
            </a:endParaRPr>
          </a:p>
        </p:txBody>
      </p:sp>
      <p:cxnSp>
        <p:nvCxnSpPr>
          <p:cNvPr id="141" name="Google Shape;141;p21">
            <a:extLst>
              <a:ext uri="{FF2B5EF4-FFF2-40B4-BE49-F238E27FC236}">
                <a16:creationId xmlns:a16="http://schemas.microsoft.com/office/drawing/2014/main" id="{3E684A38-8B94-C6B2-5ABA-D43D749E0B98}"/>
              </a:ext>
            </a:extLst>
          </p:cNvPr>
          <p:cNvCxnSpPr/>
          <p:nvPr/>
        </p:nvCxnSpPr>
        <p:spPr>
          <a:xfrm rot="10800000" flipH="1">
            <a:off x="71481" y="2555167"/>
            <a:ext cx="8214800" cy="61200"/>
          </a:xfrm>
          <a:prstGeom prst="straightConnector1">
            <a:avLst/>
          </a:prstGeom>
          <a:noFill/>
          <a:ln w="38100" cap="flat" cmpd="sng">
            <a:solidFill>
              <a:srgbClr val="DFA267"/>
            </a:solidFill>
            <a:prstDash val="solid"/>
            <a:miter lim="800000"/>
            <a:headEnd type="none" w="sm" len="sm"/>
            <a:tailEnd type="none" w="sm" len="sm"/>
          </a:ln>
        </p:spPr>
      </p:cxnSp>
      <p:sp>
        <p:nvSpPr>
          <p:cNvPr id="143" name="Google Shape;143;p21">
            <a:extLst>
              <a:ext uri="{FF2B5EF4-FFF2-40B4-BE49-F238E27FC236}">
                <a16:creationId xmlns:a16="http://schemas.microsoft.com/office/drawing/2014/main" id="{D0027974-4BB1-9BC5-9AB2-B1CA1B2FF39C}"/>
              </a:ext>
            </a:extLst>
          </p:cNvPr>
          <p:cNvSpPr txBox="1"/>
          <p:nvPr/>
        </p:nvSpPr>
        <p:spPr>
          <a:xfrm>
            <a:off x="693900" y="3247067"/>
            <a:ext cx="9207600" cy="738623"/>
          </a:xfrm>
          <a:prstGeom prst="rect">
            <a:avLst/>
          </a:prstGeom>
          <a:noFill/>
          <a:ln>
            <a:noFill/>
          </a:ln>
        </p:spPr>
        <p:txBody>
          <a:bodyPr spcFirstLastPara="1" wrap="square" lIns="121900" tIns="121900" rIns="121900" bIns="121900" anchor="t" anchorCtr="0">
            <a:spAutoFit/>
          </a:bodyPr>
          <a:lstStyle/>
          <a:p>
            <a:pPr>
              <a:buClr>
                <a:schemeClr val="dk1"/>
              </a:buClr>
              <a:buSzPts val="1100"/>
            </a:pPr>
            <a:r>
              <a:rPr lang="en-US" sz="3200" b="1" dirty="0">
                <a:solidFill>
                  <a:srgbClr val="C55A11"/>
                </a:solidFill>
                <a:ea typeface="Calibri"/>
                <a:cs typeface="Calibri"/>
                <a:sym typeface="Calibri"/>
              </a:rPr>
              <a:t>Tokenization and </a:t>
            </a:r>
            <a:r>
              <a:rPr lang="en-US" sz="3200" b="1" dirty="0" err="1">
                <a:solidFill>
                  <a:srgbClr val="C55A11"/>
                </a:solidFill>
                <a:ea typeface="Calibri"/>
                <a:cs typeface="Calibri"/>
                <a:sym typeface="Calibri"/>
              </a:rPr>
              <a:t>Ngrams</a:t>
            </a:r>
            <a:endParaRPr lang="en-US" sz="2400" dirty="0"/>
          </a:p>
        </p:txBody>
      </p:sp>
      <p:sp>
        <p:nvSpPr>
          <p:cNvPr id="2" name="object 4">
            <a:extLst>
              <a:ext uri="{FF2B5EF4-FFF2-40B4-BE49-F238E27FC236}">
                <a16:creationId xmlns:a16="http://schemas.microsoft.com/office/drawing/2014/main" id="{364C0D01-8E70-CA60-CC1F-3C76BDEDCB9A}"/>
              </a:ext>
            </a:extLst>
          </p:cNvPr>
          <p:cNvSpPr/>
          <p:nvPr/>
        </p:nvSpPr>
        <p:spPr>
          <a:xfrm>
            <a:off x="10408068" y="252240"/>
            <a:ext cx="839610" cy="1554611"/>
          </a:xfrm>
          <a:prstGeom prst="rect">
            <a:avLst/>
          </a:prstGeom>
          <a:blipFill>
            <a:blip r:embed="rId3" cstate="print"/>
            <a:stretch>
              <a:fillRect/>
            </a:stretch>
          </a:blipFill>
        </p:spPr>
        <p:txBody>
          <a:bodyPr wrap="square" lIns="0" tIns="0" rIns="0" bIns="0" rtlCol="0"/>
          <a:lstStyle/>
          <a:p>
            <a:endParaRPr sz="1350"/>
          </a:p>
        </p:txBody>
      </p:sp>
    </p:spTree>
    <p:extLst>
      <p:ext uri="{BB962C8B-B14F-4D97-AF65-F5344CB8AC3E}">
        <p14:creationId xmlns:p14="http://schemas.microsoft.com/office/powerpoint/2010/main" val="4246699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8308" y="1209922"/>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39182" y="637847"/>
            <a:ext cx="7999758" cy="461665"/>
          </a:xfrm>
          <a:prstGeom prst="rect">
            <a:avLst/>
          </a:prstGeom>
        </p:spPr>
        <p:txBody>
          <a:bodyPr wrap="square">
            <a:spAutoFit/>
          </a:bodyPr>
          <a:lstStyle/>
          <a:p>
            <a:r>
              <a:rPr lang="en-IN" sz="2400" b="1" dirty="0">
                <a:solidFill>
                  <a:schemeClr val="accent1"/>
                </a:solidFill>
              </a:rPr>
              <a:t>Acknowledgement</a:t>
            </a:r>
          </a:p>
        </p:txBody>
      </p:sp>
      <p:sp>
        <p:nvSpPr>
          <p:cNvPr id="11" name="Rectangle 10"/>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3" name="TextBox 2">
            <a:extLst>
              <a:ext uri="{FF2B5EF4-FFF2-40B4-BE49-F238E27FC236}">
                <a16:creationId xmlns:a16="http://schemas.microsoft.com/office/drawing/2014/main" id="{47203435-562F-6B36-6764-2B23A3388569}"/>
              </a:ext>
            </a:extLst>
          </p:cNvPr>
          <p:cNvSpPr txBox="1"/>
          <p:nvPr/>
        </p:nvSpPr>
        <p:spPr>
          <a:xfrm>
            <a:off x="618877" y="2214438"/>
            <a:ext cx="9580880" cy="1015663"/>
          </a:xfrm>
          <a:prstGeom prst="rect">
            <a:avLst/>
          </a:prstGeom>
          <a:noFill/>
        </p:spPr>
        <p:txBody>
          <a:bodyPr wrap="square" rtlCol="0">
            <a:spAutoFit/>
          </a:bodyPr>
          <a:lstStyle/>
          <a:p>
            <a:pPr algn="just"/>
            <a:r>
              <a:rPr lang="en-IN" sz="2000" dirty="0"/>
              <a:t>The slides are prepared from  various resources from the Universities from abroad and India. Also, some material is taken from reliable resources from internet throughout this course.</a:t>
            </a:r>
          </a:p>
        </p:txBody>
      </p:sp>
      <p:sp>
        <p:nvSpPr>
          <p:cNvPr id="4" name="object 4">
            <a:extLst>
              <a:ext uri="{FF2B5EF4-FFF2-40B4-BE49-F238E27FC236}">
                <a16:creationId xmlns:a16="http://schemas.microsoft.com/office/drawing/2014/main" id="{162AAB39-893C-D3AB-EF7A-F1898677FE1E}"/>
              </a:ext>
            </a:extLst>
          </p:cNvPr>
          <p:cNvSpPr/>
          <p:nvPr/>
        </p:nvSpPr>
        <p:spPr>
          <a:xfrm>
            <a:off x="10408068" y="252240"/>
            <a:ext cx="839610" cy="1554611"/>
          </a:xfrm>
          <a:prstGeom prst="rect">
            <a:avLst/>
          </a:prstGeom>
          <a:blipFill>
            <a:blip r:embed="rId2" cstate="print"/>
            <a:stretch>
              <a:fillRect/>
            </a:stretch>
          </a:blipFill>
        </p:spPr>
        <p:txBody>
          <a:bodyPr wrap="square" lIns="0" tIns="0" rIns="0" bIns="0" rtlCol="0"/>
          <a:lstStyle/>
          <a:p>
            <a:endParaRPr sz="13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Content and Function Words</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729118" y="1454722"/>
            <a:ext cx="7827053" cy="6093976"/>
          </a:xfrm>
          <a:prstGeom prst="rect">
            <a:avLst/>
          </a:prstGeom>
        </p:spPr>
        <p:txBody>
          <a:bodyPr wrap="square">
            <a:spAutoFit/>
          </a:bodyPr>
          <a:lstStyle/>
          <a:p>
            <a:pPr algn="just"/>
            <a:r>
              <a:rPr lang="en-US" sz="2400" dirty="0"/>
              <a:t>We may divide parts of speech into two major groups:</a:t>
            </a:r>
          </a:p>
          <a:p>
            <a:pPr algn="just"/>
            <a:endParaRPr lang="en-IN" sz="2400" dirty="0"/>
          </a:p>
          <a:p>
            <a:pPr algn="just"/>
            <a:endParaRPr lang="en-IN" sz="2400" dirty="0"/>
          </a:p>
          <a:p>
            <a:pPr algn="just"/>
            <a:endParaRPr lang="en-US" sz="2400" dirty="0"/>
          </a:p>
          <a:p>
            <a:pPr algn="just">
              <a:buFont typeface="Arial" pitchFamily="34" charset="0"/>
              <a:buChar char="•"/>
            </a:pPr>
            <a:r>
              <a:rPr lang="en-US" sz="2400" b="1" dirty="0"/>
              <a:t>Content words</a:t>
            </a:r>
            <a:r>
              <a:rPr lang="en-US" sz="2400" dirty="0"/>
              <a:t> are words that have </a:t>
            </a:r>
            <a:r>
              <a:rPr lang="en-US" sz="2400" b="1" dirty="0"/>
              <a:t>meaning.</a:t>
            </a:r>
            <a:r>
              <a:rPr lang="en-US" sz="2400" dirty="0"/>
              <a:t>  </a:t>
            </a:r>
          </a:p>
          <a:p>
            <a:pPr algn="just">
              <a:buFont typeface="Arial" pitchFamily="34" charset="0"/>
              <a:buChar char="•"/>
            </a:pPr>
            <a:r>
              <a:rPr lang="en-US" sz="2400" dirty="0"/>
              <a:t>They are words we would look up in a dictionary, </a:t>
            </a:r>
          </a:p>
          <a:p>
            <a:pPr algn="just"/>
            <a:r>
              <a:rPr lang="en-US" sz="2400" dirty="0"/>
              <a:t>such as "lamp," "computer," "drove.“</a:t>
            </a:r>
          </a:p>
          <a:p>
            <a:pPr algn="just">
              <a:buFont typeface="Arial" pitchFamily="34" charset="0"/>
              <a:buChar char="•"/>
            </a:pPr>
            <a:r>
              <a:rPr lang="en-US" sz="2400" dirty="0"/>
              <a:t>New content words are constantly added to the English </a:t>
            </a:r>
          </a:p>
          <a:p>
            <a:pPr algn="just"/>
            <a:r>
              <a:rPr lang="en-US" sz="2400" dirty="0"/>
              <a:t>language; old content words constantly leave the language as they become obsolete. </a:t>
            </a:r>
          </a:p>
          <a:p>
            <a:pPr algn="just">
              <a:buFont typeface="Arial" pitchFamily="34" charset="0"/>
              <a:buChar char="•"/>
            </a:pPr>
            <a:r>
              <a:rPr lang="en-US" sz="2400" dirty="0"/>
              <a:t>Therefore, we refer to content words as an "open" class.</a:t>
            </a:r>
          </a:p>
          <a:p>
            <a:pPr algn="just"/>
            <a:r>
              <a:rPr lang="en-US" sz="2400" dirty="0"/>
              <a:t>     </a:t>
            </a:r>
          </a:p>
          <a:p>
            <a:pPr algn="just"/>
            <a:r>
              <a:rPr lang="en-US" sz="2400" b="1" u="sng" dirty="0"/>
              <a:t>Nouns</a:t>
            </a:r>
            <a:r>
              <a:rPr lang="en-US" sz="2400" b="1" dirty="0"/>
              <a:t>, </a:t>
            </a:r>
            <a:r>
              <a:rPr lang="en-US" sz="2400" b="1" u="sng" dirty="0"/>
              <a:t>verbs</a:t>
            </a:r>
            <a:r>
              <a:rPr lang="en-US" sz="2400" b="1" dirty="0"/>
              <a:t>, </a:t>
            </a:r>
            <a:r>
              <a:rPr lang="en-US" sz="2400" b="1" u="sng" dirty="0"/>
              <a:t>adjectives</a:t>
            </a:r>
            <a:r>
              <a:rPr lang="en-US" sz="2400" b="1" dirty="0"/>
              <a:t>,</a:t>
            </a:r>
            <a:r>
              <a:rPr lang="en-US" sz="2400" dirty="0"/>
              <a:t> and </a:t>
            </a:r>
            <a:r>
              <a:rPr lang="en-US" sz="2400" b="1" u="sng" dirty="0"/>
              <a:t>adverbs</a:t>
            </a:r>
            <a:r>
              <a:rPr lang="en-US" sz="2400" dirty="0"/>
              <a:t> are content parts of speech.</a:t>
            </a:r>
          </a:p>
          <a:p>
            <a:pPr algn="just"/>
            <a:endParaRPr lang="en-IN" dirty="0"/>
          </a:p>
          <a:p>
            <a:endParaRPr lang="en-US" dirty="0"/>
          </a:p>
          <a:p>
            <a:endParaRPr lang="en-US" dirty="0"/>
          </a:p>
        </p:txBody>
      </p:sp>
      <p:cxnSp>
        <p:nvCxnSpPr>
          <p:cNvPr id="9" name="Straight Arrow Connector 8"/>
          <p:cNvCxnSpPr/>
          <p:nvPr/>
        </p:nvCxnSpPr>
        <p:spPr>
          <a:xfrm flipH="1">
            <a:off x="3122023" y="1881051"/>
            <a:ext cx="483326" cy="3657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896393" y="1815735"/>
            <a:ext cx="474617" cy="4310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985553" y="2272937"/>
            <a:ext cx="6296298" cy="461665"/>
          </a:xfrm>
          <a:prstGeom prst="rect">
            <a:avLst/>
          </a:prstGeom>
          <a:noFill/>
        </p:spPr>
        <p:txBody>
          <a:bodyPr wrap="square" rtlCol="0">
            <a:spAutoFit/>
          </a:bodyPr>
          <a:lstStyle/>
          <a:p>
            <a:r>
              <a:rPr lang="en-IN" sz="2400" b="1" dirty="0">
                <a:solidFill>
                  <a:srgbClr val="660066"/>
                </a:solidFill>
              </a:rPr>
              <a:t>Content Words                       Function Words</a:t>
            </a:r>
            <a:endParaRPr lang="en-US" sz="2400" b="1" dirty="0">
              <a:solidFill>
                <a:srgbClr val="660066"/>
              </a:solidFill>
            </a:endParaRPr>
          </a:p>
        </p:txBody>
      </p:sp>
      <mc:AlternateContent xmlns:mc="http://schemas.openxmlformats.org/markup-compatibility/2006" xmlns:p14="http://schemas.microsoft.com/office/powerpoint/2010/main">
        <mc:Choice Requires="p14">
          <p:contentPart p14:bwMode="auto" r:id="rId2">
            <p14:nvContentPartPr>
              <p14:cNvPr id="57346" name="Ink 2"/>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F7B31CD4-4006-88E4-B92D-F50C09A9B610}"/>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5CC1FF5C-385F-7CAD-C8E0-195F8C5AA3A8}"/>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2788739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33929" y="730686"/>
            <a:ext cx="7332487" cy="461665"/>
          </a:xfrm>
          <a:prstGeom prst="rect">
            <a:avLst/>
          </a:prstGeom>
        </p:spPr>
        <p:txBody>
          <a:bodyPr wrap="square">
            <a:spAutoFit/>
          </a:bodyPr>
          <a:lstStyle/>
          <a:p>
            <a:r>
              <a:rPr lang="en-IN" sz="2400" dirty="0">
                <a:solidFill>
                  <a:schemeClr val="accent1"/>
                </a:solidFill>
              </a:rPr>
              <a:t>Content and Function Words</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740820" y="1325182"/>
            <a:ext cx="8233363" cy="5355312"/>
          </a:xfrm>
          <a:prstGeom prst="rect">
            <a:avLst/>
          </a:prstGeom>
        </p:spPr>
        <p:txBody>
          <a:bodyPr wrap="square">
            <a:spAutoFit/>
          </a:bodyPr>
          <a:lstStyle/>
          <a:p>
            <a:pPr algn="just"/>
            <a:endParaRPr lang="en-IN" dirty="0"/>
          </a:p>
          <a:p>
            <a:pPr algn="just">
              <a:buFont typeface="Arial" pitchFamily="34" charset="0"/>
              <a:buChar char="•"/>
            </a:pPr>
            <a:r>
              <a:rPr lang="en-US" sz="2400" b="1" dirty="0"/>
              <a:t>Function words</a:t>
            </a:r>
            <a:r>
              <a:rPr lang="en-US" sz="2400" dirty="0"/>
              <a:t> are words that exist to explain or create grammatical or structural relationships into which the content words may fit.  </a:t>
            </a:r>
          </a:p>
          <a:p>
            <a:pPr algn="just">
              <a:buFont typeface="Arial" pitchFamily="34" charset="0"/>
              <a:buChar char="•"/>
            </a:pPr>
            <a:endParaRPr lang="en-US" sz="2400" dirty="0"/>
          </a:p>
          <a:p>
            <a:pPr algn="just">
              <a:buFont typeface="Arial" pitchFamily="34" charset="0"/>
              <a:buChar char="•"/>
            </a:pPr>
            <a:r>
              <a:rPr lang="en-US" sz="2400" dirty="0"/>
              <a:t>Words like "of," "the," "to," they have little meaning on </a:t>
            </a:r>
          </a:p>
          <a:p>
            <a:pPr algn="just"/>
            <a:r>
              <a:rPr lang="en-US" sz="2400" dirty="0"/>
              <a:t>their own.  </a:t>
            </a:r>
          </a:p>
          <a:p>
            <a:pPr algn="just">
              <a:buFont typeface="Arial" pitchFamily="34" charset="0"/>
              <a:buChar char="•"/>
            </a:pPr>
            <a:r>
              <a:rPr lang="en-US" sz="2400" dirty="0"/>
              <a:t>They are much fewer in number and generally </a:t>
            </a:r>
            <a:r>
              <a:rPr lang="en-US" sz="2400" dirty="0">
                <a:solidFill>
                  <a:srgbClr val="FF0000"/>
                </a:solidFill>
              </a:rPr>
              <a:t>do not change </a:t>
            </a:r>
            <a:r>
              <a:rPr lang="en-US" sz="2400" dirty="0"/>
              <a:t>as English adds and omits content words.  </a:t>
            </a:r>
          </a:p>
          <a:p>
            <a:pPr algn="just">
              <a:buFont typeface="Arial" pitchFamily="34" charset="0"/>
              <a:buChar char="•"/>
            </a:pPr>
            <a:r>
              <a:rPr lang="en-US" sz="2400" dirty="0"/>
              <a:t>Therefore, we refer to function words as a "closed" class.</a:t>
            </a:r>
          </a:p>
          <a:p>
            <a:pPr algn="just"/>
            <a:r>
              <a:rPr lang="en-US" sz="2400" dirty="0"/>
              <a:t>       </a:t>
            </a:r>
          </a:p>
          <a:p>
            <a:pPr algn="just"/>
            <a:r>
              <a:rPr lang="en-US" sz="2400" b="1" u="sng" dirty="0"/>
              <a:t>Pronouns</a:t>
            </a:r>
            <a:r>
              <a:rPr lang="en-US" sz="2400" b="1" dirty="0"/>
              <a:t>, </a:t>
            </a:r>
            <a:r>
              <a:rPr lang="en-US" sz="2400" b="1" u="sng" dirty="0"/>
              <a:t>prepositions</a:t>
            </a:r>
            <a:r>
              <a:rPr lang="en-US" sz="2400" b="1" dirty="0"/>
              <a:t>, </a:t>
            </a:r>
            <a:r>
              <a:rPr lang="en-US" sz="2400" b="1" u="sng" dirty="0"/>
              <a:t>conjunctions</a:t>
            </a:r>
            <a:r>
              <a:rPr lang="en-US" sz="2400" b="1" dirty="0"/>
              <a:t>, </a:t>
            </a:r>
            <a:r>
              <a:rPr lang="en-US" sz="2400" b="1" u="sng" dirty="0"/>
              <a:t>determiners</a:t>
            </a:r>
            <a:r>
              <a:rPr lang="en-US" sz="2400" dirty="0"/>
              <a:t> </a:t>
            </a:r>
            <a:r>
              <a:rPr lang="en-US" sz="2400" u="sng" dirty="0"/>
              <a:t>qualifiers/intensifiers</a:t>
            </a:r>
            <a:r>
              <a:rPr lang="en-US" sz="2400" dirty="0"/>
              <a:t> and </a:t>
            </a:r>
            <a:r>
              <a:rPr lang="en-US" sz="2400" b="1" u="sng" dirty="0"/>
              <a:t>interrogatives</a:t>
            </a:r>
            <a:r>
              <a:rPr lang="en-US" sz="2400" dirty="0"/>
              <a:t> are some function parts of speech.</a:t>
            </a:r>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8370" name="Ink 2"/>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8370" name="Ink 2"/>
              <p:cNvPicPr>
                <a:picLocks noRot="1" noChangeAspect="1" noEditPoints="1" noChangeArrowheads="1" noChangeShapeType="1"/>
              </p:cNvPicPr>
              <p:nvPr/>
            </p:nvPicPr>
            <p:blipFill>
              <a:blip r:embed="rId10"/>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8371" name="Ink 3"/>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8371" name="Ink 3"/>
              <p:cNvPicPr>
                <a:picLocks noRot="1" noChangeAspect="1" noEditPoints="1" noChangeArrowheads="1" noChangeShapeType="1"/>
              </p:cNvPicPr>
              <p:nvPr/>
            </p:nvPicPr>
            <p:blipFill>
              <a:blip r:embed="rId12"/>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8372" name="Ink 4"/>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8372" name="Ink 4"/>
              <p:cNvPicPr>
                <a:picLocks noRot="1" noChangeAspect="1" noEditPoints="1" noChangeArrowheads="1" noChangeShapeType="1"/>
              </p:cNvPicPr>
              <p:nvPr/>
            </p:nvPicPr>
            <p:blipFill>
              <a:blip r:embed="rId14"/>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8373" name="Ink 5"/>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8373" name="Ink 5"/>
              <p:cNvPicPr>
                <a:picLocks noRot="1" noChangeAspect="1" noEditPoints="1" noChangeArrowheads="1" noChangeShapeType="1"/>
              </p:cNvPicPr>
              <p:nvPr/>
            </p:nvPicPr>
            <p:blipFill>
              <a:blip r:embed="rId16"/>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DDE8C458-7C53-3E98-B6DC-408336CDBB28}"/>
              </a:ext>
            </a:extLst>
          </p:cNvPr>
          <p:cNvPicPr/>
          <p:nvPr/>
        </p:nvPicPr>
        <p:blipFill>
          <a:blip r:embed="rId17" cstate="print"/>
          <a:stretch>
            <a:fillRect/>
          </a:stretch>
        </p:blipFill>
        <p:spPr>
          <a:xfrm>
            <a:off x="10502264" y="253745"/>
            <a:ext cx="870585" cy="1378458"/>
          </a:xfrm>
          <a:prstGeom prst="rect">
            <a:avLst/>
          </a:prstGeom>
        </p:spPr>
      </p:pic>
      <p:sp>
        <p:nvSpPr>
          <p:cNvPr id="2" name="Rectangle 1">
            <a:extLst>
              <a:ext uri="{FF2B5EF4-FFF2-40B4-BE49-F238E27FC236}">
                <a16:creationId xmlns:a16="http://schemas.microsoft.com/office/drawing/2014/main" id="{31DDA0C4-AC35-AFD4-F0FF-E122EE1C1BDC}"/>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3305378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Tokenization</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729118" y="1454722"/>
            <a:ext cx="9278482" cy="1292662"/>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a:t>
            </a:r>
            <a:r>
              <a:rPr lang="en-US" dirty="0" err="1">
                <a:latin typeface="Times New Roman" panose="02020603050405020304" pitchFamily="18" charset="0"/>
                <a:cs typeface="Times New Roman" panose="02020603050405020304" pitchFamily="18" charset="0"/>
              </a:rPr>
              <a:t>okenization</a:t>
            </a:r>
            <a:r>
              <a:rPr lang="en-US" dirty="0">
                <a:latin typeface="Times New Roman" panose="02020603050405020304" pitchFamily="18" charset="0"/>
                <a:cs typeface="Times New Roman" panose="02020603050405020304" pitchFamily="18" charset="0"/>
              </a:rPr>
              <a:t> is a fundamental step in Natural Language Processing (NLP). It involves </a:t>
            </a:r>
            <a:r>
              <a:rPr lang="en-US" b="1" dirty="0">
                <a:latin typeface="Times New Roman" panose="02020603050405020304" pitchFamily="18" charset="0"/>
                <a:cs typeface="Times New Roman" panose="02020603050405020304" pitchFamily="18" charset="0"/>
              </a:rPr>
              <a:t>dividing a Textual input into smaller units</a:t>
            </a:r>
            <a:r>
              <a:rPr lang="en-US" dirty="0">
                <a:latin typeface="Times New Roman" panose="02020603050405020304" pitchFamily="18" charset="0"/>
                <a:cs typeface="Times New Roman" panose="02020603050405020304" pitchFamily="18" charset="0"/>
              </a:rPr>
              <a:t> known as tokens.</a:t>
            </a:r>
            <a:endParaRPr lang="en-IN" dirty="0">
              <a:latin typeface="Times New Roman" panose="02020603050405020304" pitchFamily="18" charset="0"/>
              <a:cs typeface="Times New Roman" panose="02020603050405020304" pitchFamily="18" charset="0"/>
            </a:endParaRPr>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F7B31CD4-4006-88E4-B92D-F50C09A9B610}"/>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5CC1FF5C-385F-7CAD-C8E0-195F8C5AA3A8}"/>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6" name="Picture 5">
            <a:extLst>
              <a:ext uri="{FF2B5EF4-FFF2-40B4-BE49-F238E27FC236}">
                <a16:creationId xmlns:a16="http://schemas.microsoft.com/office/drawing/2014/main" id="{C56CA0F9-60C8-3AEA-7EA1-0B65CFBA5456}"/>
              </a:ext>
            </a:extLst>
          </p:cNvPr>
          <p:cNvPicPr>
            <a:picLocks noChangeAspect="1"/>
          </p:cNvPicPr>
          <p:nvPr/>
        </p:nvPicPr>
        <p:blipFill>
          <a:blip r:embed="rId16"/>
          <a:stretch>
            <a:fillRect/>
          </a:stretch>
        </p:blipFill>
        <p:spPr>
          <a:xfrm>
            <a:off x="2184400" y="2400492"/>
            <a:ext cx="7165757" cy="3498811"/>
          </a:xfrm>
          <a:prstGeom prst="rect">
            <a:avLst/>
          </a:prstGeom>
        </p:spPr>
      </p:pic>
    </p:spTree>
    <p:extLst>
      <p:ext uri="{BB962C8B-B14F-4D97-AF65-F5344CB8AC3E}">
        <p14:creationId xmlns:p14="http://schemas.microsoft.com/office/powerpoint/2010/main" val="2877082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33929" y="784179"/>
            <a:ext cx="7332487" cy="461665"/>
          </a:xfrm>
          <a:prstGeom prst="rect">
            <a:avLst/>
          </a:prstGeom>
        </p:spPr>
        <p:txBody>
          <a:bodyPr wrap="square">
            <a:spAutoFit/>
          </a:bodyPr>
          <a:lstStyle/>
          <a:p>
            <a:r>
              <a:rPr lang="en-IN" sz="2400" dirty="0">
                <a:solidFill>
                  <a:schemeClr val="accent1"/>
                </a:solidFill>
              </a:rPr>
              <a:t>Tokenization</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object 3"/>
          <p:cNvSpPr txBox="1"/>
          <p:nvPr/>
        </p:nvSpPr>
        <p:spPr>
          <a:xfrm>
            <a:off x="525053" y="1570761"/>
            <a:ext cx="7730673" cy="4259243"/>
          </a:xfrm>
          <a:prstGeom prst="rect">
            <a:avLst/>
          </a:prstGeom>
        </p:spPr>
        <p:txBody>
          <a:bodyPr vert="horz" wrap="square" lIns="0" tIns="94615" rIns="0" bIns="0" rtlCol="0">
            <a:spAutoFit/>
          </a:bodyPr>
          <a:lstStyle/>
          <a:p>
            <a:pPr marL="356870" indent="-344805" algn="just">
              <a:lnSpc>
                <a:spcPct val="100000"/>
              </a:lnSpc>
              <a:spcBef>
                <a:spcPts val="745"/>
              </a:spcBef>
              <a:buFont typeface="Wingdings"/>
              <a:buChar char=""/>
              <a:tabLst>
                <a:tab pos="356870" algn="l"/>
                <a:tab pos="357505" algn="l"/>
              </a:tabLst>
            </a:pPr>
            <a:r>
              <a:rPr sz="2400" spc="-5" dirty="0">
                <a:cs typeface="Tahoma"/>
              </a:rPr>
              <a:t>How</a:t>
            </a:r>
            <a:r>
              <a:rPr sz="2400" dirty="0">
                <a:cs typeface="Tahoma"/>
              </a:rPr>
              <a:t> </a:t>
            </a:r>
            <a:r>
              <a:rPr sz="2400" spc="-5" dirty="0">
                <a:cs typeface="Tahoma"/>
              </a:rPr>
              <a:t>about</a:t>
            </a:r>
            <a:endParaRPr sz="2400" dirty="0">
              <a:cs typeface="Tahoma"/>
            </a:endParaRPr>
          </a:p>
          <a:p>
            <a:pPr marL="756285" marR="180340" lvl="1" indent="-287020" algn="just">
              <a:lnSpc>
                <a:spcPts val="3360"/>
              </a:lnSpc>
              <a:spcBef>
                <a:spcPts val="800"/>
              </a:spcBef>
              <a:buClr>
                <a:srgbClr val="515152"/>
              </a:buClr>
              <a:buSzPct val="96551"/>
              <a:buFont typeface="Wingdings"/>
              <a:buChar char=""/>
              <a:tabLst>
                <a:tab pos="756920" algn="l"/>
              </a:tabLst>
            </a:pPr>
            <a:r>
              <a:rPr sz="2400" i="1" spc="-55" dirty="0">
                <a:solidFill>
                  <a:srgbClr val="7122AB"/>
                </a:solidFill>
                <a:cs typeface="Tahoma"/>
              </a:rPr>
              <a:t>They </a:t>
            </a:r>
            <a:r>
              <a:rPr sz="2400" i="1" spc="-50" dirty="0">
                <a:solidFill>
                  <a:srgbClr val="7122AB"/>
                </a:solidFill>
                <a:cs typeface="Tahoma"/>
              </a:rPr>
              <a:t>picnicked </a:t>
            </a:r>
            <a:r>
              <a:rPr sz="2400" i="1" spc="-55" dirty="0">
                <a:solidFill>
                  <a:srgbClr val="7122AB"/>
                </a:solidFill>
                <a:cs typeface="Tahoma"/>
              </a:rPr>
              <a:t>by </a:t>
            </a:r>
            <a:r>
              <a:rPr sz="2400" i="1" spc="-50" dirty="0">
                <a:solidFill>
                  <a:srgbClr val="7122AB"/>
                </a:solidFill>
                <a:cs typeface="Tahoma"/>
              </a:rPr>
              <a:t>the </a:t>
            </a:r>
            <a:r>
              <a:rPr sz="2400" i="1" spc="-45" dirty="0">
                <a:solidFill>
                  <a:srgbClr val="7122AB"/>
                </a:solidFill>
                <a:cs typeface="Tahoma"/>
              </a:rPr>
              <a:t>pool, </a:t>
            </a:r>
            <a:r>
              <a:rPr sz="2400" i="1" spc="-55" dirty="0">
                <a:solidFill>
                  <a:srgbClr val="7122AB"/>
                </a:solidFill>
                <a:cs typeface="Tahoma"/>
              </a:rPr>
              <a:t>then </a:t>
            </a:r>
            <a:r>
              <a:rPr sz="2400" i="1" spc="-45" dirty="0">
                <a:solidFill>
                  <a:srgbClr val="7122AB"/>
                </a:solidFill>
                <a:cs typeface="Tahoma"/>
              </a:rPr>
              <a:t>lay </a:t>
            </a:r>
            <a:r>
              <a:rPr sz="2400" i="1" spc="-55" dirty="0">
                <a:solidFill>
                  <a:srgbClr val="7122AB"/>
                </a:solidFill>
                <a:cs typeface="Tahoma"/>
              </a:rPr>
              <a:t>back on  </a:t>
            </a:r>
            <a:r>
              <a:rPr sz="2400" i="1" spc="-50" dirty="0">
                <a:solidFill>
                  <a:srgbClr val="7122AB"/>
                </a:solidFill>
                <a:cs typeface="Tahoma"/>
              </a:rPr>
              <a:t>the grass </a:t>
            </a:r>
            <a:r>
              <a:rPr sz="2400" i="1" spc="-55" dirty="0">
                <a:solidFill>
                  <a:srgbClr val="7122AB"/>
                </a:solidFill>
                <a:cs typeface="Tahoma"/>
              </a:rPr>
              <a:t>and </a:t>
            </a:r>
            <a:r>
              <a:rPr sz="2400" i="1" spc="-50" dirty="0">
                <a:solidFill>
                  <a:srgbClr val="7122AB"/>
                </a:solidFill>
                <a:cs typeface="Tahoma"/>
              </a:rPr>
              <a:t>looked </a:t>
            </a:r>
            <a:r>
              <a:rPr sz="2400" i="1" spc="-45" dirty="0">
                <a:solidFill>
                  <a:srgbClr val="7122AB"/>
                </a:solidFill>
                <a:cs typeface="Tahoma"/>
              </a:rPr>
              <a:t>at </a:t>
            </a:r>
            <a:r>
              <a:rPr sz="2400" i="1" spc="-50" dirty="0">
                <a:solidFill>
                  <a:srgbClr val="7122AB"/>
                </a:solidFill>
                <a:cs typeface="Tahoma"/>
              </a:rPr>
              <a:t>the</a:t>
            </a:r>
            <a:r>
              <a:rPr sz="2400" i="1" spc="30" dirty="0">
                <a:solidFill>
                  <a:srgbClr val="7122AB"/>
                </a:solidFill>
                <a:cs typeface="Tahoma"/>
              </a:rPr>
              <a:t> </a:t>
            </a:r>
            <a:r>
              <a:rPr sz="2400" i="1" spc="-45" dirty="0">
                <a:solidFill>
                  <a:srgbClr val="7122AB"/>
                </a:solidFill>
                <a:cs typeface="Tahoma"/>
              </a:rPr>
              <a:t>stars.</a:t>
            </a:r>
            <a:endParaRPr sz="2400" dirty="0">
              <a:cs typeface="Tahoma"/>
            </a:endParaRPr>
          </a:p>
          <a:p>
            <a:pPr marL="1097280" lvl="2" indent="-229235" algn="just">
              <a:lnSpc>
                <a:spcPct val="100000"/>
              </a:lnSpc>
              <a:spcBef>
                <a:spcPts val="459"/>
              </a:spcBef>
              <a:buFont typeface="Wingdings"/>
              <a:buChar char=""/>
              <a:tabLst>
                <a:tab pos="1097915" algn="l"/>
              </a:tabLst>
            </a:pPr>
            <a:r>
              <a:rPr sz="2400" dirty="0">
                <a:cs typeface="Tahoma"/>
              </a:rPr>
              <a:t>18 </a:t>
            </a:r>
            <a:r>
              <a:rPr sz="2400" spc="-5" dirty="0">
                <a:cs typeface="Tahoma"/>
              </a:rPr>
              <a:t>tokens (again </a:t>
            </a:r>
            <a:r>
              <a:rPr sz="2400" dirty="0">
                <a:cs typeface="Tahoma"/>
              </a:rPr>
              <a:t>counting</a:t>
            </a:r>
            <a:r>
              <a:rPr sz="2400" spc="25" dirty="0">
                <a:cs typeface="Tahoma"/>
              </a:rPr>
              <a:t> </a:t>
            </a:r>
            <a:r>
              <a:rPr sz="2400" spc="-5" dirty="0">
                <a:cs typeface="Tahoma"/>
              </a:rPr>
              <a:t>punctuation)</a:t>
            </a:r>
            <a:endParaRPr sz="2400" dirty="0">
              <a:cs typeface="Tahoma"/>
            </a:endParaRPr>
          </a:p>
          <a:p>
            <a:pPr marL="356870" marR="5080" indent="-344805" algn="just">
              <a:lnSpc>
                <a:spcPts val="3840"/>
              </a:lnSpc>
              <a:spcBef>
                <a:spcPts val="885"/>
              </a:spcBef>
              <a:buFont typeface="Wingdings"/>
              <a:buChar char=""/>
              <a:tabLst>
                <a:tab pos="356870" algn="l"/>
                <a:tab pos="357505" algn="l"/>
              </a:tabLst>
            </a:pPr>
            <a:r>
              <a:rPr sz="2400" spc="-5" dirty="0">
                <a:cs typeface="Tahoma"/>
              </a:rPr>
              <a:t>But we might also note that </a:t>
            </a:r>
            <a:r>
              <a:rPr sz="2400" spc="-25" dirty="0">
                <a:cs typeface="Tahoma"/>
              </a:rPr>
              <a:t>“</a:t>
            </a:r>
            <a:r>
              <a:rPr sz="2400" i="1" spc="-25" dirty="0">
                <a:cs typeface="Tahoma"/>
              </a:rPr>
              <a:t>the</a:t>
            </a:r>
            <a:r>
              <a:rPr sz="2400" spc="-25" dirty="0">
                <a:cs typeface="Tahoma"/>
              </a:rPr>
              <a:t>” </a:t>
            </a:r>
            <a:r>
              <a:rPr sz="2400" spc="-5" dirty="0">
                <a:cs typeface="Tahoma"/>
              </a:rPr>
              <a:t>is used  3 times, so there are only 16 unique types  (as opposed to</a:t>
            </a:r>
            <a:r>
              <a:rPr sz="2400" spc="10" dirty="0">
                <a:cs typeface="Tahoma"/>
              </a:rPr>
              <a:t> </a:t>
            </a:r>
            <a:r>
              <a:rPr sz="2400" spc="-5" dirty="0">
                <a:cs typeface="Tahoma"/>
              </a:rPr>
              <a:t>tokens).</a:t>
            </a:r>
            <a:endParaRPr sz="2400" dirty="0">
              <a:cs typeface="Tahoma"/>
            </a:endParaRPr>
          </a:p>
          <a:p>
            <a:pPr marL="356870" marR="291465" indent="-344805" algn="just">
              <a:lnSpc>
                <a:spcPct val="98400"/>
              </a:lnSpc>
              <a:spcBef>
                <a:spcPts val="700"/>
              </a:spcBef>
              <a:buFont typeface="Wingdings"/>
              <a:buChar char=""/>
              <a:tabLst>
                <a:tab pos="356870" algn="l"/>
                <a:tab pos="357505" algn="l"/>
              </a:tabLst>
            </a:pPr>
            <a:r>
              <a:rPr sz="2400" spc="-5" dirty="0">
                <a:cs typeface="Tahoma"/>
              </a:rPr>
              <a:t>In going forward, </a:t>
            </a:r>
            <a:r>
              <a:rPr sz="2400" spc="5" dirty="0">
                <a:cs typeface="Tahoma"/>
              </a:rPr>
              <a:t>we’ll </a:t>
            </a:r>
            <a:r>
              <a:rPr sz="2400" spc="-5" dirty="0">
                <a:cs typeface="Tahoma"/>
              </a:rPr>
              <a:t>have occasion to  focus on counting both </a:t>
            </a:r>
            <a:r>
              <a:rPr sz="2400" i="1" spc="-5" dirty="0">
                <a:cs typeface="Tahoma"/>
              </a:rPr>
              <a:t>types and tokens </a:t>
            </a:r>
            <a:r>
              <a:rPr sz="2400" spc="-5" dirty="0">
                <a:cs typeface="Tahoma"/>
              </a:rPr>
              <a:t> of both words and</a:t>
            </a:r>
            <a:r>
              <a:rPr sz="2400" spc="10" dirty="0">
                <a:cs typeface="Tahoma"/>
              </a:rPr>
              <a:t> </a:t>
            </a:r>
            <a:r>
              <a:rPr sz="2400" i="1" spc="-15" dirty="0">
                <a:cs typeface="Tahoma"/>
              </a:rPr>
              <a:t>N</a:t>
            </a:r>
            <a:r>
              <a:rPr sz="2400" spc="-15" dirty="0">
                <a:cs typeface="Tahoma"/>
              </a:rPr>
              <a:t>-grams</a:t>
            </a:r>
            <a:r>
              <a:rPr sz="3200" spc="-15" dirty="0">
                <a:latin typeface="Tahoma"/>
                <a:cs typeface="Tahoma"/>
              </a:rPr>
              <a:t>.</a:t>
            </a:r>
            <a:endParaRPr sz="3200" dirty="0">
              <a:latin typeface="Tahoma"/>
              <a:cs typeface="Tahoma"/>
            </a:endParaRPr>
          </a:p>
        </p:txBody>
      </p:sp>
      <mc:AlternateContent xmlns:mc="http://schemas.openxmlformats.org/markup-compatibility/2006" xmlns:p14="http://schemas.microsoft.com/office/powerpoint/2010/main">
        <mc:Choice Requires="p14">
          <p:contentPart p14:bwMode="auto" r:id="rId2">
            <p14:nvContentPartPr>
              <p14:cNvPr id="59394" name="Ink 2"/>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9394" name="Ink 2"/>
              <p:cNvPicPr>
                <a:picLocks noRot="1" noChangeAspect="1" noEditPoints="1" noChangeArrowheads="1" noChangeShapeType="1"/>
              </p:cNvPicPr>
              <p:nvPr/>
            </p:nvPicPr>
            <p:blipFill>
              <a:blip r:embed="rId4"/>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9395" name="Ink 3"/>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9395" name="Ink 3"/>
              <p:cNvPicPr>
                <a:picLocks noRot="1" noChangeAspect="1" noEditPoints="1" noChangeArrowheads="1" noChangeShapeType="1"/>
              </p:cNvPicPr>
              <p:nvPr/>
            </p:nvPicPr>
            <p:blipFill>
              <a:blip r:embed="rId6"/>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9396" name="Ink 4"/>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9396" name="Ink 4"/>
              <p:cNvPicPr>
                <a:picLocks noRot="1" noChangeAspect="1" noEditPoints="1" noChangeArrowheads="1" noChangeShapeType="1"/>
              </p:cNvPicPr>
              <p:nvPr/>
            </p:nvPicPr>
            <p:blipFill>
              <a:blip r:embed="rId8"/>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9397" name="Ink 5"/>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9397" name="Ink 5"/>
              <p:cNvPicPr>
                <a:picLocks noRot="1" noChangeAspect="1" noEditPoints="1" noChangeArrowheads="1" noChangeShapeType="1"/>
              </p:cNvPicPr>
              <p:nvPr/>
            </p:nvPicPr>
            <p:blipFill>
              <a:blip r:embed="rId10"/>
              <a:stretch>
                <a:fillRect/>
              </a:stretch>
            </p:blipFill>
            <p:spPr>
              <a:xfrm>
                <a:off x="4493788" y="484843"/>
                <a:ext cx="2987445" cy="3433172"/>
              </a:xfrm>
              <a:prstGeom prst="rect">
                <a:avLst/>
              </a:prstGeom>
            </p:spPr>
          </p:pic>
        </mc:Fallback>
      </mc:AlternateContent>
      <p:sp>
        <p:nvSpPr>
          <p:cNvPr id="2" name="TextBox 1">
            <a:extLst>
              <a:ext uri="{FF2B5EF4-FFF2-40B4-BE49-F238E27FC236}">
                <a16:creationId xmlns:a16="http://schemas.microsoft.com/office/drawing/2014/main" id="{94833A0C-4BC5-936D-9332-2FEB1B60F2C9}"/>
              </a:ext>
            </a:extLst>
          </p:cNvPr>
          <p:cNvSpPr txBox="1"/>
          <p:nvPr/>
        </p:nvSpPr>
        <p:spPr>
          <a:xfrm rot="20526795">
            <a:off x="8290046" y="2477753"/>
            <a:ext cx="2686932" cy="646331"/>
          </a:xfrm>
          <a:prstGeom prst="rect">
            <a:avLst/>
          </a:prstGeom>
          <a:noFill/>
        </p:spPr>
        <p:txBody>
          <a:bodyPr wrap="square" rtlCol="0">
            <a:spAutoFit/>
          </a:bodyPr>
          <a:lstStyle/>
          <a:p>
            <a:r>
              <a:rPr lang="en-IN" dirty="0"/>
              <a:t>Prof. ABC</a:t>
            </a:r>
          </a:p>
          <a:p>
            <a:r>
              <a:rPr lang="en-IN" dirty="0" err="1"/>
              <a:t>Dr.</a:t>
            </a:r>
            <a:r>
              <a:rPr lang="en-IN" dirty="0"/>
              <a:t> John</a:t>
            </a:r>
          </a:p>
        </p:txBody>
      </p:sp>
      <p:sp>
        <p:nvSpPr>
          <p:cNvPr id="3" name="TextBox 2">
            <a:extLst>
              <a:ext uri="{FF2B5EF4-FFF2-40B4-BE49-F238E27FC236}">
                <a16:creationId xmlns:a16="http://schemas.microsoft.com/office/drawing/2014/main" id="{E73EDB05-F831-C427-B509-5B130DEB2120}"/>
              </a:ext>
            </a:extLst>
          </p:cNvPr>
          <p:cNvSpPr txBox="1"/>
          <p:nvPr/>
        </p:nvSpPr>
        <p:spPr>
          <a:xfrm rot="249164">
            <a:off x="7707236" y="5694591"/>
            <a:ext cx="4047236" cy="369332"/>
          </a:xfrm>
          <a:prstGeom prst="rect">
            <a:avLst/>
          </a:prstGeom>
          <a:noFill/>
        </p:spPr>
        <p:txBody>
          <a:bodyPr wrap="square" rtlCol="0">
            <a:spAutoFit/>
          </a:bodyPr>
          <a:lstStyle/>
          <a:p>
            <a:r>
              <a:rPr lang="en-IN" b="1" dirty="0">
                <a:solidFill>
                  <a:srgbClr val="FF0000"/>
                </a:solidFill>
              </a:rPr>
              <a:t>I saw a dog yesterday in the courtyard</a:t>
            </a:r>
          </a:p>
        </p:txBody>
      </p:sp>
      <p:cxnSp>
        <p:nvCxnSpPr>
          <p:cNvPr id="7" name="Straight Arrow Connector 6">
            <a:extLst>
              <a:ext uri="{FF2B5EF4-FFF2-40B4-BE49-F238E27FC236}">
                <a16:creationId xmlns:a16="http://schemas.microsoft.com/office/drawing/2014/main" id="{B4E9F4D8-5DA4-F047-0993-D955A378D43E}"/>
              </a:ext>
            </a:extLst>
          </p:cNvPr>
          <p:cNvCxnSpPr/>
          <p:nvPr/>
        </p:nvCxnSpPr>
        <p:spPr>
          <a:xfrm>
            <a:off x="7848600" y="5200650"/>
            <a:ext cx="407125" cy="476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object 5">
            <a:extLst>
              <a:ext uri="{FF2B5EF4-FFF2-40B4-BE49-F238E27FC236}">
                <a16:creationId xmlns:a16="http://schemas.microsoft.com/office/drawing/2014/main" id="{3EA82716-C1E2-DF09-DE39-D7F7B39FD24A}"/>
              </a:ext>
            </a:extLst>
          </p:cNvPr>
          <p:cNvPicPr/>
          <p:nvPr/>
        </p:nvPicPr>
        <p:blipFill>
          <a:blip r:embed="rId11" cstate="print"/>
          <a:stretch>
            <a:fillRect/>
          </a:stretch>
        </p:blipFill>
        <p:spPr>
          <a:xfrm>
            <a:off x="10502264" y="253745"/>
            <a:ext cx="870585" cy="1378458"/>
          </a:xfrm>
          <a:prstGeom prst="rect">
            <a:avLst/>
          </a:prstGeom>
        </p:spPr>
      </p:pic>
      <p:sp>
        <p:nvSpPr>
          <p:cNvPr id="6" name="Rectangle 5">
            <a:extLst>
              <a:ext uri="{FF2B5EF4-FFF2-40B4-BE49-F238E27FC236}">
                <a16:creationId xmlns:a16="http://schemas.microsoft.com/office/drawing/2014/main" id="{9659DC94-D411-DC8D-0161-5528486AC297}"/>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150384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linds(horizontal)">
                                      <p:cBhvr>
                                        <p:cTn id="7" dur="5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blinds(horizontal)">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9" name="Google Shape;459;p62"/>
          <p:cNvSpPr txBox="1">
            <a:spLocks noGrp="1"/>
          </p:cNvSpPr>
          <p:nvPr>
            <p:ph type="body" idx="1"/>
          </p:nvPr>
        </p:nvSpPr>
        <p:spPr>
          <a:xfrm>
            <a:off x="302622" y="1210235"/>
            <a:ext cx="9063447" cy="5647765"/>
          </a:xfrm>
          <a:prstGeom prst="rect">
            <a:avLst/>
          </a:prstGeom>
          <a:noFill/>
          <a:ln>
            <a:noFill/>
          </a:ln>
        </p:spPr>
        <p:txBody>
          <a:bodyPr spcFirstLastPara="1" wrap="square" lIns="91425" tIns="45700" rIns="91425" bIns="45700" anchor="t" anchorCtr="0">
            <a:noAutofit/>
          </a:bodyPr>
          <a:lstStyle/>
          <a:p>
            <a:pPr marL="188595" lvl="0" indent="-188595" algn="just" rtl="0">
              <a:lnSpc>
                <a:spcPct val="90000"/>
              </a:lnSpc>
              <a:spcBef>
                <a:spcPts val="0"/>
              </a:spcBef>
              <a:spcAft>
                <a:spcPts val="0"/>
              </a:spcAft>
              <a:buClr>
                <a:schemeClr val="dk1"/>
              </a:buClr>
              <a:buSzPts val="2400"/>
              <a:buChar char="•"/>
            </a:pPr>
            <a:r>
              <a:rPr lang="en-US" sz="2400" dirty="0"/>
              <a:t>Tokenization is the process of </a:t>
            </a:r>
            <a:endParaRPr dirty="0"/>
          </a:p>
          <a:p>
            <a:pPr marL="565785" lvl="1" indent="-188594" algn="just" rtl="0">
              <a:lnSpc>
                <a:spcPct val="90000"/>
              </a:lnSpc>
              <a:spcBef>
                <a:spcPts val="413"/>
              </a:spcBef>
              <a:spcAft>
                <a:spcPts val="0"/>
              </a:spcAft>
              <a:buClr>
                <a:srgbClr val="FF0000"/>
              </a:buClr>
              <a:buSzPts val="2400"/>
              <a:buChar char="•"/>
            </a:pPr>
            <a:r>
              <a:rPr lang="en-US" sz="2400" i="1" dirty="0">
                <a:solidFill>
                  <a:srgbClr val="FF0000"/>
                </a:solidFill>
              </a:rPr>
              <a:t>breaking up the sequence of characters in a text </a:t>
            </a:r>
            <a:r>
              <a:rPr lang="en-US" sz="2400" i="1" dirty="0"/>
              <a:t>by locating the </a:t>
            </a:r>
            <a:r>
              <a:rPr lang="en-US" sz="2400" b="1" i="1" u="sng" dirty="0">
                <a:solidFill>
                  <a:srgbClr val="FF0000"/>
                </a:solidFill>
              </a:rPr>
              <a:t>word boundaries</a:t>
            </a:r>
            <a:r>
              <a:rPr lang="en-US" sz="2400" i="1" dirty="0"/>
              <a:t>, the points where one word ends and another begins. </a:t>
            </a:r>
            <a:endParaRPr dirty="0"/>
          </a:p>
          <a:p>
            <a:pPr marL="188595" lvl="0" indent="-36195" algn="just" rtl="0">
              <a:lnSpc>
                <a:spcPct val="90000"/>
              </a:lnSpc>
              <a:spcBef>
                <a:spcPts val="825"/>
              </a:spcBef>
              <a:spcAft>
                <a:spcPts val="0"/>
              </a:spcAft>
              <a:buClr>
                <a:schemeClr val="dk1"/>
              </a:buClr>
              <a:buSzPts val="2400"/>
              <a:buNone/>
            </a:pPr>
            <a:endParaRPr sz="2400" dirty="0"/>
          </a:p>
          <a:p>
            <a:pPr marL="188595" lvl="0" indent="-188595" algn="just" rtl="0">
              <a:lnSpc>
                <a:spcPct val="90000"/>
              </a:lnSpc>
              <a:spcBef>
                <a:spcPts val="825"/>
              </a:spcBef>
              <a:spcAft>
                <a:spcPts val="0"/>
              </a:spcAft>
              <a:buClr>
                <a:schemeClr val="dk1"/>
              </a:buClr>
              <a:buSzPts val="2400"/>
              <a:buChar char="•"/>
            </a:pPr>
            <a:r>
              <a:rPr lang="en-US" sz="2400" dirty="0"/>
              <a:t>The words thus identified are frequently referred to as </a:t>
            </a:r>
            <a:r>
              <a:rPr lang="en-US" sz="2400" i="1" dirty="0">
                <a:solidFill>
                  <a:srgbClr val="FF0000"/>
                </a:solidFill>
              </a:rPr>
              <a:t>tokens.</a:t>
            </a:r>
            <a:r>
              <a:rPr lang="en-US" sz="2400" dirty="0"/>
              <a:t> </a:t>
            </a:r>
            <a:endParaRPr dirty="0"/>
          </a:p>
          <a:p>
            <a:pPr marL="188595" lvl="0" indent="-36195" algn="just" rtl="0">
              <a:lnSpc>
                <a:spcPct val="90000"/>
              </a:lnSpc>
              <a:spcBef>
                <a:spcPts val="825"/>
              </a:spcBef>
              <a:spcAft>
                <a:spcPts val="0"/>
              </a:spcAft>
              <a:buClr>
                <a:schemeClr val="dk1"/>
              </a:buClr>
              <a:buSzPts val="2400"/>
              <a:buNone/>
            </a:pPr>
            <a:endParaRPr sz="2400" dirty="0"/>
          </a:p>
          <a:p>
            <a:pPr marL="188595" lvl="0" indent="-188595" algn="just" rtl="0">
              <a:lnSpc>
                <a:spcPct val="90000"/>
              </a:lnSpc>
              <a:spcBef>
                <a:spcPts val="825"/>
              </a:spcBef>
              <a:spcAft>
                <a:spcPts val="0"/>
              </a:spcAft>
              <a:buClr>
                <a:schemeClr val="dk1"/>
              </a:buClr>
              <a:buSzPts val="2400"/>
              <a:buChar char="•"/>
            </a:pPr>
            <a:r>
              <a:rPr lang="en-US" sz="2400" dirty="0"/>
              <a:t>In written languages ( like Chinese, Japanese, Turkish) where no word boundaries are explicitly marked in the writing system, tokenization is also known as </a:t>
            </a:r>
            <a:r>
              <a:rPr lang="en-US" sz="2400" b="1" dirty="0">
                <a:solidFill>
                  <a:srgbClr val="C00000"/>
                </a:solidFill>
              </a:rPr>
              <a:t>word segmentation</a:t>
            </a:r>
            <a:r>
              <a:rPr lang="en-US" sz="2400" dirty="0">
                <a:solidFill>
                  <a:srgbClr val="C00000"/>
                </a:solidFill>
              </a:rPr>
              <a:t>, </a:t>
            </a:r>
            <a:r>
              <a:rPr lang="en-US" sz="2400" dirty="0"/>
              <a:t>and this term is frequently used synonymously with tokenization.</a:t>
            </a:r>
            <a:endParaRPr dirty="0"/>
          </a:p>
          <a:p>
            <a:pPr marL="188595" lvl="0" indent="-36195" algn="just" rtl="0">
              <a:lnSpc>
                <a:spcPct val="90000"/>
              </a:lnSpc>
              <a:spcBef>
                <a:spcPts val="825"/>
              </a:spcBef>
              <a:spcAft>
                <a:spcPts val="0"/>
              </a:spcAft>
              <a:buClr>
                <a:schemeClr val="dk1"/>
              </a:buClr>
              <a:buSzPts val="2400"/>
              <a:buNone/>
            </a:pPr>
            <a:endParaRPr sz="2400" dirty="0"/>
          </a:p>
          <a:p>
            <a:pPr marL="188595" lvl="0" indent="-188595" algn="just" rtl="0">
              <a:lnSpc>
                <a:spcPct val="90000"/>
              </a:lnSpc>
              <a:spcBef>
                <a:spcPts val="825"/>
              </a:spcBef>
              <a:spcAft>
                <a:spcPts val="0"/>
              </a:spcAft>
              <a:buClr>
                <a:schemeClr val="dk1"/>
              </a:buClr>
              <a:buSzPts val="2400"/>
              <a:buChar char="•"/>
            </a:pPr>
            <a:r>
              <a:rPr lang="en-US" sz="2400" dirty="0"/>
              <a:t>In addition to word segmentation, </a:t>
            </a:r>
            <a:r>
              <a:rPr lang="en-US" sz="2400" b="1" dirty="0">
                <a:solidFill>
                  <a:srgbClr val="C00000"/>
                </a:solidFill>
              </a:rPr>
              <a:t>sentence segmentation </a:t>
            </a:r>
            <a:r>
              <a:rPr lang="en-US" sz="2400" dirty="0"/>
              <a:t>is a crucial first step in text processing. </a:t>
            </a:r>
            <a:endParaRPr dirty="0"/>
          </a:p>
          <a:p>
            <a:pPr marL="188595" lvl="0" indent="-41910" algn="l" rtl="0">
              <a:lnSpc>
                <a:spcPct val="90000"/>
              </a:lnSpc>
              <a:spcBef>
                <a:spcPts val="825"/>
              </a:spcBef>
              <a:spcAft>
                <a:spcPts val="0"/>
              </a:spcAft>
              <a:buClr>
                <a:schemeClr val="dk1"/>
              </a:buClr>
              <a:buSzPts val="2310"/>
              <a:buNone/>
            </a:pPr>
            <a:endParaRPr dirty="0"/>
          </a:p>
        </p:txBody>
      </p:sp>
      <p:sp>
        <p:nvSpPr>
          <p:cNvPr id="460" name="Google Shape;460;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lnSpc>
                <a:spcPct val="182111"/>
              </a:lnSpc>
              <a:spcBef>
                <a:spcPts val="0"/>
              </a:spcBef>
              <a:spcAft>
                <a:spcPts val="0"/>
              </a:spcAft>
              <a:buNone/>
            </a:pPr>
            <a:fld id="{00000000-1234-1234-1234-123412341234}" type="slidenum">
              <a:rPr lang="en-US"/>
              <a:pPr marL="38100" lvl="0" indent="0" algn="r" rtl="0">
                <a:lnSpc>
                  <a:spcPct val="182111"/>
                </a:lnSpc>
                <a:spcBef>
                  <a:spcPts val="0"/>
                </a:spcBef>
                <a:spcAft>
                  <a:spcPts val="0"/>
                </a:spcAft>
                <a:buNone/>
              </a:pPr>
              <a:t>8</a:t>
            </a:fld>
            <a:endParaRPr/>
          </a:p>
        </p:txBody>
      </p:sp>
      <p:sp>
        <p:nvSpPr>
          <p:cNvPr id="5" name="Rectangle 4">
            <a:extLst>
              <a:ext uri="{FF2B5EF4-FFF2-40B4-BE49-F238E27FC236}">
                <a16:creationId xmlns:a16="http://schemas.microsoft.com/office/drawing/2014/main" id="{620A7DEA-950C-4954-B3B7-2672370FABF4}"/>
              </a:ext>
            </a:extLst>
          </p:cNvPr>
          <p:cNvSpPr/>
          <p:nvPr/>
        </p:nvSpPr>
        <p:spPr>
          <a:xfrm>
            <a:off x="633929" y="712141"/>
            <a:ext cx="7332487" cy="461665"/>
          </a:xfrm>
          <a:prstGeom prst="rect">
            <a:avLst/>
          </a:prstGeom>
        </p:spPr>
        <p:txBody>
          <a:bodyPr wrap="square">
            <a:spAutoFit/>
          </a:bodyPr>
          <a:lstStyle/>
          <a:p>
            <a:r>
              <a:rPr lang="en-IN" sz="2400" b="1" dirty="0">
                <a:solidFill>
                  <a:schemeClr val="accent1"/>
                </a:solidFill>
              </a:rPr>
              <a:t>Tokenization</a:t>
            </a:r>
            <a:endParaRPr lang="en-IN" sz="2400" dirty="0">
              <a:solidFill>
                <a:schemeClr val="accent1"/>
              </a:solidFill>
            </a:endParaRPr>
          </a:p>
        </p:txBody>
      </p:sp>
      <p:cxnSp>
        <p:nvCxnSpPr>
          <p:cNvPr id="6" name="Straight Connector 5">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3" name="object 5">
            <a:extLst>
              <a:ext uri="{FF2B5EF4-FFF2-40B4-BE49-F238E27FC236}">
                <a16:creationId xmlns:a16="http://schemas.microsoft.com/office/drawing/2014/main" id="{7D2C6A13-1513-9D2C-95B2-70DC478257C4}"/>
              </a:ext>
            </a:extLst>
          </p:cNvPr>
          <p:cNvPicPr/>
          <p:nvPr/>
        </p:nvPicPr>
        <p:blipFill>
          <a:blip r:embed="rId3"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5C987B61-6B7D-DDC2-8E10-4B3D2647CC5C}"/>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3100451" y="777240"/>
            <a:ext cx="46100" cy="41148"/>
          </a:xfrm>
          <a:prstGeom prst="rect">
            <a:avLst/>
          </a:prstGeom>
          <a:blipFill>
            <a:blip r:embed="rId2" cstate="print"/>
            <a:stretch>
              <a:fillRect/>
            </a:stretch>
          </a:blipFill>
        </p:spPr>
        <p:txBody>
          <a:bodyPr wrap="square" lIns="0" tIns="0" rIns="0" bIns="0" rtlCol="0"/>
          <a:lstStyle/>
          <a:p>
            <a:endParaRPr/>
          </a:p>
        </p:txBody>
      </p:sp>
      <p:sp>
        <p:nvSpPr>
          <p:cNvPr id="9" name="object 9"/>
          <p:cNvSpPr txBox="1"/>
          <p:nvPr/>
        </p:nvSpPr>
        <p:spPr>
          <a:xfrm>
            <a:off x="437734" y="818388"/>
            <a:ext cx="8626475" cy="2236510"/>
          </a:xfrm>
          <a:prstGeom prst="rect">
            <a:avLst/>
          </a:prstGeom>
        </p:spPr>
        <p:txBody>
          <a:bodyPr vert="horz" wrap="square" lIns="0" tIns="12700" rIns="0" bIns="0" rtlCol="0">
            <a:spAutoFit/>
          </a:bodyPr>
          <a:lstStyle/>
          <a:p>
            <a:pPr marL="356870">
              <a:lnSpc>
                <a:spcPct val="100000"/>
              </a:lnSpc>
            </a:pPr>
            <a:r>
              <a:rPr sz="2400" spc="-65" dirty="0">
                <a:solidFill>
                  <a:schemeClr val="accent1"/>
                </a:solidFill>
                <a:latin typeface="Carlito"/>
                <a:cs typeface="Carlito"/>
              </a:rPr>
              <a:t>Text</a:t>
            </a:r>
            <a:r>
              <a:rPr sz="2400" spc="-5" dirty="0">
                <a:solidFill>
                  <a:schemeClr val="accent1"/>
                </a:solidFill>
                <a:latin typeface="Carlito"/>
                <a:cs typeface="Carlito"/>
              </a:rPr>
              <a:t> Normalization</a:t>
            </a:r>
            <a:endParaRPr sz="2400" dirty="0">
              <a:solidFill>
                <a:schemeClr val="accent1"/>
              </a:solidFill>
              <a:latin typeface="Carlito"/>
              <a:cs typeface="Carlito"/>
            </a:endParaRPr>
          </a:p>
          <a:p>
            <a:pPr>
              <a:lnSpc>
                <a:spcPct val="100000"/>
              </a:lnSpc>
              <a:spcBef>
                <a:spcPts val="20"/>
              </a:spcBef>
            </a:pPr>
            <a:endParaRPr sz="2550" dirty="0">
              <a:latin typeface="Carlito"/>
              <a:cs typeface="Carlito"/>
            </a:endParaRPr>
          </a:p>
          <a:p>
            <a:pPr marL="299085" indent="-287020">
              <a:lnSpc>
                <a:spcPct val="100000"/>
              </a:lnSpc>
              <a:buFont typeface="Arial"/>
              <a:buChar char="•"/>
              <a:tabLst>
                <a:tab pos="299085" algn="l"/>
                <a:tab pos="299720" algn="l"/>
                <a:tab pos="1077595" algn="l"/>
              </a:tabLst>
            </a:pPr>
            <a:r>
              <a:rPr sz="2400" spc="-5" dirty="0">
                <a:latin typeface="Carlito"/>
                <a:cs typeface="Carlito"/>
              </a:rPr>
              <a:t>Once	</a:t>
            </a:r>
            <a:r>
              <a:rPr sz="2400" spc="-15" dirty="0">
                <a:latin typeface="Carlito"/>
                <a:cs typeface="Carlito"/>
              </a:rPr>
              <a:t>tokenization </a:t>
            </a:r>
            <a:r>
              <a:rPr sz="2400" spc="-5" dirty="0">
                <a:latin typeface="Carlito"/>
                <a:cs typeface="Carlito"/>
              </a:rPr>
              <a:t>of </a:t>
            </a:r>
            <a:r>
              <a:rPr sz="2400" dirty="0">
                <a:latin typeface="Carlito"/>
                <a:cs typeface="Carlito"/>
              </a:rPr>
              <a:t>the </a:t>
            </a:r>
            <a:r>
              <a:rPr sz="2400" spc="-15" dirty="0">
                <a:latin typeface="Carlito"/>
                <a:cs typeface="Carlito"/>
              </a:rPr>
              <a:t>text </a:t>
            </a:r>
            <a:r>
              <a:rPr sz="2400" dirty="0">
                <a:latin typeface="Carlito"/>
                <a:cs typeface="Carlito"/>
              </a:rPr>
              <a:t>is</a:t>
            </a:r>
            <a:r>
              <a:rPr sz="2400" spc="-40" dirty="0">
                <a:latin typeface="Carlito"/>
                <a:cs typeface="Carlito"/>
              </a:rPr>
              <a:t> </a:t>
            </a:r>
            <a:r>
              <a:rPr sz="2400" spc="-10" dirty="0">
                <a:latin typeface="Carlito"/>
                <a:cs typeface="Carlito"/>
              </a:rPr>
              <a:t>done,</a:t>
            </a:r>
            <a:endParaRPr sz="2400" dirty="0">
              <a:latin typeface="Carlito"/>
              <a:cs typeface="Carlito"/>
            </a:endParaRPr>
          </a:p>
          <a:p>
            <a:pPr>
              <a:lnSpc>
                <a:spcPct val="100000"/>
              </a:lnSpc>
              <a:spcBef>
                <a:spcPts val="15"/>
              </a:spcBef>
              <a:buChar char="•"/>
            </a:pPr>
            <a:endParaRPr sz="2350" dirty="0">
              <a:latin typeface="Carlito"/>
              <a:cs typeface="Carlito"/>
            </a:endParaRPr>
          </a:p>
          <a:p>
            <a:pPr marL="927100">
              <a:lnSpc>
                <a:spcPct val="100000"/>
              </a:lnSpc>
            </a:pPr>
            <a:r>
              <a:rPr sz="2400" dirty="0">
                <a:latin typeface="Carlito"/>
                <a:cs typeface="Carlito"/>
              </a:rPr>
              <a:t>Is it necessary </a:t>
            </a:r>
            <a:r>
              <a:rPr sz="2400" spc="-15" dirty="0">
                <a:latin typeface="Carlito"/>
                <a:cs typeface="Carlito"/>
              </a:rPr>
              <a:t>to </a:t>
            </a:r>
            <a:r>
              <a:rPr sz="2400" spc="-5" dirty="0">
                <a:latin typeface="Carlito"/>
                <a:cs typeface="Carlito"/>
              </a:rPr>
              <a:t>distinguish </a:t>
            </a:r>
            <a:r>
              <a:rPr sz="2400" b="1" spc="-10" dirty="0">
                <a:solidFill>
                  <a:srgbClr val="AF05A6"/>
                </a:solidFill>
                <a:latin typeface="Carlito"/>
                <a:cs typeface="Carlito"/>
              </a:rPr>
              <a:t>great, </a:t>
            </a:r>
            <a:r>
              <a:rPr sz="2400" b="1" spc="-15" dirty="0">
                <a:solidFill>
                  <a:srgbClr val="AF05A6"/>
                </a:solidFill>
                <a:latin typeface="Carlito"/>
                <a:cs typeface="Carlito"/>
              </a:rPr>
              <a:t>Great, </a:t>
            </a:r>
            <a:r>
              <a:rPr sz="2400" b="1" dirty="0">
                <a:solidFill>
                  <a:srgbClr val="AF05A6"/>
                </a:solidFill>
                <a:latin typeface="Carlito"/>
                <a:cs typeface="Carlito"/>
              </a:rPr>
              <a:t>and</a:t>
            </a:r>
            <a:r>
              <a:rPr sz="2400" b="1" spc="-40" dirty="0">
                <a:solidFill>
                  <a:srgbClr val="AF05A6"/>
                </a:solidFill>
                <a:latin typeface="Carlito"/>
                <a:cs typeface="Carlito"/>
              </a:rPr>
              <a:t> GREAT</a:t>
            </a:r>
            <a:r>
              <a:rPr sz="2400" spc="-40" dirty="0">
                <a:latin typeface="Carlito"/>
                <a:cs typeface="Carlito"/>
              </a:rPr>
              <a:t>?</a:t>
            </a:r>
            <a:endParaRPr sz="2400" dirty="0">
              <a:latin typeface="Carlito"/>
              <a:cs typeface="Carlito"/>
            </a:endParaRPr>
          </a:p>
          <a:p>
            <a:pPr>
              <a:lnSpc>
                <a:spcPct val="100000"/>
              </a:lnSpc>
              <a:spcBef>
                <a:spcPts val="10"/>
              </a:spcBef>
            </a:pPr>
            <a:endParaRPr sz="2350" dirty="0">
              <a:latin typeface="Carlito"/>
              <a:cs typeface="Carlito"/>
            </a:endParaRPr>
          </a:p>
        </p:txBody>
      </p:sp>
      <p:sp>
        <p:nvSpPr>
          <p:cNvPr id="20" name="object 20"/>
          <p:cNvSpPr/>
          <p:nvPr/>
        </p:nvSpPr>
        <p:spPr>
          <a:xfrm>
            <a:off x="6048628" y="2894964"/>
            <a:ext cx="33655" cy="19050"/>
          </a:xfrm>
          <a:custGeom>
            <a:avLst/>
            <a:gdLst/>
            <a:ahLst/>
            <a:cxnLst/>
            <a:rect l="l" t="t" r="r" b="b"/>
            <a:pathLst>
              <a:path w="33654" h="19050">
                <a:moveTo>
                  <a:pt x="31115" y="0"/>
                </a:moveTo>
                <a:lnTo>
                  <a:pt x="29845" y="508"/>
                </a:lnTo>
                <a:lnTo>
                  <a:pt x="16129" y="6604"/>
                </a:lnTo>
                <a:lnTo>
                  <a:pt x="1650" y="13335"/>
                </a:lnTo>
                <a:lnTo>
                  <a:pt x="762" y="13715"/>
                </a:lnTo>
                <a:lnTo>
                  <a:pt x="126" y="14605"/>
                </a:lnTo>
                <a:lnTo>
                  <a:pt x="0" y="16510"/>
                </a:lnTo>
                <a:lnTo>
                  <a:pt x="508" y="17399"/>
                </a:lnTo>
                <a:lnTo>
                  <a:pt x="1270" y="18034"/>
                </a:lnTo>
                <a:lnTo>
                  <a:pt x="2032" y="18542"/>
                </a:lnTo>
                <a:lnTo>
                  <a:pt x="3048" y="18669"/>
                </a:lnTo>
                <a:lnTo>
                  <a:pt x="3937" y="18161"/>
                </a:lnTo>
                <a:lnTo>
                  <a:pt x="18287" y="11302"/>
                </a:lnTo>
                <a:lnTo>
                  <a:pt x="31876" y="5080"/>
                </a:lnTo>
                <a:lnTo>
                  <a:pt x="33147" y="4445"/>
                </a:lnTo>
                <a:lnTo>
                  <a:pt x="33655" y="3048"/>
                </a:lnTo>
                <a:lnTo>
                  <a:pt x="33147" y="1777"/>
                </a:lnTo>
                <a:lnTo>
                  <a:pt x="32512" y="635"/>
                </a:lnTo>
                <a:lnTo>
                  <a:pt x="31115" y="0"/>
                </a:lnTo>
                <a:close/>
              </a:path>
            </a:pathLst>
          </a:custGeom>
          <a:solidFill>
            <a:srgbClr val="FF0000"/>
          </a:solidFill>
        </p:spPr>
        <p:txBody>
          <a:bodyPr wrap="square" lIns="0" tIns="0" rIns="0" bIns="0" rtlCol="0"/>
          <a:lstStyle/>
          <a:p>
            <a:endParaRPr/>
          </a:p>
        </p:txBody>
      </p:sp>
      <p:sp>
        <p:nvSpPr>
          <p:cNvPr id="26" name="object 9">
            <a:extLst>
              <a:ext uri="{FF2B5EF4-FFF2-40B4-BE49-F238E27FC236}">
                <a16:creationId xmlns:a16="http://schemas.microsoft.com/office/drawing/2014/main" id="{0AD9857F-F43E-4846-9A85-7C7FF30FFD61}"/>
              </a:ext>
            </a:extLst>
          </p:cNvPr>
          <p:cNvSpPr txBox="1"/>
          <p:nvPr/>
        </p:nvSpPr>
        <p:spPr>
          <a:xfrm>
            <a:off x="403352" y="2894964"/>
            <a:ext cx="8626475" cy="1113125"/>
          </a:xfrm>
          <a:prstGeom prst="rect">
            <a:avLst/>
          </a:prstGeom>
        </p:spPr>
        <p:txBody>
          <a:bodyPr vert="horz" wrap="square" lIns="0" tIns="12700" rIns="0" bIns="0" rtlCol="0">
            <a:spAutoFit/>
          </a:bodyPr>
          <a:lstStyle/>
          <a:p>
            <a:pPr>
              <a:lnSpc>
                <a:spcPct val="100000"/>
              </a:lnSpc>
              <a:spcBef>
                <a:spcPts val="10"/>
              </a:spcBef>
            </a:pPr>
            <a:endParaRPr sz="2350" dirty="0">
              <a:latin typeface="Carlito"/>
              <a:cs typeface="Carlito"/>
            </a:endParaRPr>
          </a:p>
          <a:p>
            <a:pPr marL="299085" marR="5080" indent="-287020">
              <a:lnSpc>
                <a:spcPct val="100000"/>
              </a:lnSpc>
              <a:buFont typeface="Arial"/>
              <a:buChar char="•"/>
              <a:tabLst>
                <a:tab pos="299085" algn="l"/>
                <a:tab pos="299720" algn="l"/>
              </a:tabLst>
            </a:pPr>
            <a:r>
              <a:rPr sz="2400" spc="-5" dirty="0">
                <a:solidFill>
                  <a:srgbClr val="FF0000"/>
                </a:solidFill>
                <a:latin typeface="Carlito"/>
                <a:cs typeface="Carlito"/>
              </a:rPr>
              <a:t>Sentence-initial </a:t>
            </a:r>
            <a:r>
              <a:rPr sz="2400" spc="-10" dirty="0">
                <a:solidFill>
                  <a:srgbClr val="FF0000"/>
                </a:solidFill>
                <a:latin typeface="Carlito"/>
                <a:cs typeface="Carlito"/>
              </a:rPr>
              <a:t>capitalization </a:t>
            </a:r>
            <a:r>
              <a:rPr sz="2400" spc="-15" dirty="0">
                <a:latin typeface="Carlito"/>
                <a:cs typeface="Carlito"/>
              </a:rPr>
              <a:t>may </a:t>
            </a:r>
            <a:r>
              <a:rPr sz="2400" spc="-5" dirty="0">
                <a:latin typeface="Carlito"/>
                <a:cs typeface="Carlito"/>
              </a:rPr>
              <a:t>be </a:t>
            </a:r>
            <a:r>
              <a:rPr sz="2400" spc="-10" dirty="0">
                <a:latin typeface="Carlito"/>
                <a:cs typeface="Carlito"/>
              </a:rPr>
              <a:t>irrelevant </a:t>
            </a:r>
            <a:r>
              <a:rPr sz="2400" spc="-15" dirty="0">
                <a:latin typeface="Carlito"/>
                <a:cs typeface="Carlito"/>
              </a:rPr>
              <a:t>to </a:t>
            </a:r>
            <a:r>
              <a:rPr sz="2400" dirty="0">
                <a:solidFill>
                  <a:srgbClr val="FF0000"/>
                </a:solidFill>
                <a:latin typeface="Carlito"/>
                <a:cs typeface="Carlito"/>
              </a:rPr>
              <a:t>the </a:t>
            </a:r>
            <a:r>
              <a:rPr sz="2400" spc="-5" dirty="0">
                <a:solidFill>
                  <a:srgbClr val="FF0000"/>
                </a:solidFill>
                <a:latin typeface="Carlito"/>
                <a:cs typeface="Carlito"/>
              </a:rPr>
              <a:t>classification  task.</a:t>
            </a:r>
            <a:endParaRPr sz="2400" dirty="0">
              <a:latin typeface="Carlito"/>
              <a:cs typeface="Carlito"/>
            </a:endParaRPr>
          </a:p>
        </p:txBody>
      </p:sp>
      <p:sp>
        <p:nvSpPr>
          <p:cNvPr id="27" name="object 9">
            <a:extLst>
              <a:ext uri="{FF2B5EF4-FFF2-40B4-BE49-F238E27FC236}">
                <a16:creationId xmlns:a16="http://schemas.microsoft.com/office/drawing/2014/main" id="{35DCEA9D-7856-4C74-9C0D-9BA292641966}"/>
              </a:ext>
            </a:extLst>
          </p:cNvPr>
          <p:cNvSpPr txBox="1"/>
          <p:nvPr/>
        </p:nvSpPr>
        <p:spPr>
          <a:xfrm>
            <a:off x="403352" y="4191000"/>
            <a:ext cx="8626475" cy="1113125"/>
          </a:xfrm>
          <a:prstGeom prst="rect">
            <a:avLst/>
          </a:prstGeom>
        </p:spPr>
        <p:txBody>
          <a:bodyPr vert="horz" wrap="square" lIns="0" tIns="12700" rIns="0" bIns="0" rtlCol="0">
            <a:spAutoFit/>
          </a:bodyPr>
          <a:lstStyle/>
          <a:p>
            <a:pPr>
              <a:lnSpc>
                <a:spcPct val="100000"/>
              </a:lnSpc>
              <a:spcBef>
                <a:spcPts val="10"/>
              </a:spcBef>
            </a:pPr>
            <a:endParaRPr sz="2350" dirty="0">
              <a:latin typeface="Carlito"/>
              <a:cs typeface="Carlito"/>
            </a:endParaRPr>
          </a:p>
          <a:p>
            <a:pPr marL="299085" marR="408305" indent="-287020">
              <a:lnSpc>
                <a:spcPct val="100000"/>
              </a:lnSpc>
              <a:buFont typeface="Arial"/>
              <a:buChar char="•"/>
              <a:tabLst>
                <a:tab pos="299085" algn="l"/>
                <a:tab pos="299720" algn="l"/>
              </a:tabLst>
            </a:pPr>
            <a:r>
              <a:rPr sz="2400" dirty="0">
                <a:latin typeface="Carlito"/>
                <a:cs typeface="Carlito"/>
              </a:rPr>
              <a:t>Also the </a:t>
            </a:r>
            <a:r>
              <a:rPr sz="2400" spc="-10" dirty="0">
                <a:solidFill>
                  <a:srgbClr val="FF0000"/>
                </a:solidFill>
                <a:latin typeface="Carlito"/>
                <a:cs typeface="Carlito"/>
              </a:rPr>
              <a:t>complete </a:t>
            </a:r>
            <a:r>
              <a:rPr sz="2400" spc="-5" dirty="0">
                <a:solidFill>
                  <a:srgbClr val="FF0000"/>
                </a:solidFill>
                <a:latin typeface="Carlito"/>
                <a:cs typeface="Carlito"/>
              </a:rPr>
              <a:t>elimination of case distinctions </a:t>
            </a:r>
            <a:r>
              <a:rPr sz="2400" dirty="0">
                <a:latin typeface="Carlito"/>
                <a:cs typeface="Carlito"/>
              </a:rPr>
              <a:t>will </a:t>
            </a:r>
            <a:r>
              <a:rPr sz="2400" spc="-10" dirty="0">
                <a:latin typeface="Carlito"/>
                <a:cs typeface="Carlito"/>
              </a:rPr>
              <a:t>result </a:t>
            </a:r>
            <a:r>
              <a:rPr sz="2400" dirty="0">
                <a:latin typeface="Carlito"/>
                <a:cs typeface="Carlito"/>
              </a:rPr>
              <a:t>in a </a:t>
            </a:r>
            <a:r>
              <a:rPr sz="2400" dirty="0">
                <a:solidFill>
                  <a:srgbClr val="FF0000"/>
                </a:solidFill>
                <a:latin typeface="Carlito"/>
                <a:cs typeface="Carlito"/>
              </a:rPr>
              <a:t> </a:t>
            </a:r>
            <a:r>
              <a:rPr sz="2400" spc="-5" dirty="0">
                <a:solidFill>
                  <a:srgbClr val="FF0000"/>
                </a:solidFill>
                <a:latin typeface="Carlito"/>
                <a:cs typeface="Carlito"/>
              </a:rPr>
              <a:t>smaller </a:t>
            </a:r>
            <a:r>
              <a:rPr sz="2400" spc="-20" dirty="0">
                <a:solidFill>
                  <a:srgbClr val="FF0000"/>
                </a:solidFill>
                <a:latin typeface="Carlito"/>
                <a:cs typeface="Carlito"/>
              </a:rPr>
              <a:t>vocabulary</a:t>
            </a:r>
            <a:r>
              <a:rPr sz="2400" spc="-20" dirty="0">
                <a:latin typeface="Carlito"/>
                <a:cs typeface="Carlito"/>
              </a:rPr>
              <a:t>, </a:t>
            </a:r>
            <a:r>
              <a:rPr sz="2400" dirty="0">
                <a:latin typeface="Carlito"/>
                <a:cs typeface="Carlito"/>
              </a:rPr>
              <a:t>and thus </a:t>
            </a:r>
            <a:r>
              <a:rPr sz="2400" spc="-5" dirty="0">
                <a:solidFill>
                  <a:srgbClr val="FF0000"/>
                </a:solidFill>
                <a:latin typeface="Carlito"/>
                <a:cs typeface="Carlito"/>
              </a:rPr>
              <a:t>smaller </a:t>
            </a:r>
            <a:r>
              <a:rPr sz="2400" spc="-20" dirty="0">
                <a:solidFill>
                  <a:srgbClr val="FF0000"/>
                </a:solidFill>
                <a:latin typeface="Carlito"/>
                <a:cs typeface="Carlito"/>
              </a:rPr>
              <a:t>feature</a:t>
            </a:r>
            <a:r>
              <a:rPr sz="2400" spc="-35" dirty="0">
                <a:solidFill>
                  <a:srgbClr val="FF0000"/>
                </a:solidFill>
                <a:latin typeface="Carlito"/>
                <a:cs typeface="Carlito"/>
              </a:rPr>
              <a:t> </a:t>
            </a:r>
            <a:r>
              <a:rPr sz="2400" spc="-15" dirty="0">
                <a:solidFill>
                  <a:srgbClr val="FF0000"/>
                </a:solidFill>
                <a:latin typeface="Carlito"/>
                <a:cs typeface="Carlito"/>
              </a:rPr>
              <a:t>vectors</a:t>
            </a:r>
            <a:r>
              <a:rPr sz="2400" spc="-15" dirty="0">
                <a:latin typeface="Carlito"/>
                <a:cs typeface="Carlito"/>
              </a:rPr>
              <a:t>.</a:t>
            </a:r>
            <a:endParaRPr sz="2400" dirty="0">
              <a:latin typeface="Carlito"/>
              <a:cs typeface="Carlito"/>
            </a:endParaRPr>
          </a:p>
        </p:txBody>
      </p:sp>
      <p:sp>
        <p:nvSpPr>
          <p:cNvPr id="3" name="TextBox 2">
            <a:extLst>
              <a:ext uri="{FF2B5EF4-FFF2-40B4-BE49-F238E27FC236}">
                <a16:creationId xmlns:a16="http://schemas.microsoft.com/office/drawing/2014/main" id="{C3D6DA02-6CD5-0D27-590C-33D3F3A9A220}"/>
              </a:ext>
            </a:extLst>
          </p:cNvPr>
          <p:cNvSpPr txBox="1"/>
          <p:nvPr/>
        </p:nvSpPr>
        <p:spPr>
          <a:xfrm>
            <a:off x="6886575" y="633722"/>
            <a:ext cx="6096000" cy="646331"/>
          </a:xfrm>
          <a:prstGeom prst="rect">
            <a:avLst/>
          </a:prstGeom>
          <a:noFill/>
        </p:spPr>
        <p:txBody>
          <a:bodyPr wrap="square">
            <a:spAutoFit/>
          </a:bodyPr>
          <a:lstStyle/>
          <a:p>
            <a:r>
              <a:rPr lang="en-IN" sz="1800" b="1" dirty="0">
                <a:latin typeface="Carlito"/>
                <a:cs typeface="Carlito"/>
              </a:rPr>
              <a:t>What a great da</a:t>
            </a:r>
            <a:r>
              <a:rPr lang="en-IN" sz="1800" dirty="0">
                <a:latin typeface="Carlito"/>
                <a:cs typeface="Carlito"/>
              </a:rPr>
              <a:t>y</a:t>
            </a:r>
          </a:p>
          <a:p>
            <a:r>
              <a:rPr lang="en-IN" b="1" dirty="0">
                <a:latin typeface="Carlito"/>
              </a:rPr>
              <a:t>Great work</a:t>
            </a:r>
            <a:endParaRPr lang="en-IN" b="1" dirty="0"/>
          </a:p>
        </p:txBody>
      </p:sp>
      <p:pic>
        <p:nvPicPr>
          <p:cNvPr id="2" name="object 5">
            <a:extLst>
              <a:ext uri="{FF2B5EF4-FFF2-40B4-BE49-F238E27FC236}">
                <a16:creationId xmlns:a16="http://schemas.microsoft.com/office/drawing/2014/main" id="{91F940B9-181F-E9B3-3FA0-86BF3CE7C14D}"/>
              </a:ext>
            </a:extLst>
          </p:cNvPr>
          <p:cNvPicPr/>
          <p:nvPr/>
        </p:nvPicPr>
        <p:blipFill>
          <a:blip r:embed="rId3" cstate="print"/>
          <a:stretch>
            <a:fillRect/>
          </a:stretch>
        </p:blipFill>
        <p:spPr>
          <a:xfrm>
            <a:off x="10502264" y="253745"/>
            <a:ext cx="870585" cy="1378458"/>
          </a:xfrm>
          <a:prstGeom prst="rect">
            <a:avLst/>
          </a:prstGeom>
        </p:spPr>
      </p:pic>
      <p:sp>
        <p:nvSpPr>
          <p:cNvPr id="5" name="object 3">
            <a:extLst>
              <a:ext uri="{FF2B5EF4-FFF2-40B4-BE49-F238E27FC236}">
                <a16:creationId xmlns:a16="http://schemas.microsoft.com/office/drawing/2014/main" id="{81EB9D9F-52CF-E01F-1D4B-837E2FD6C0AA}"/>
              </a:ext>
            </a:extLst>
          </p:cNvPr>
          <p:cNvSpPr/>
          <p:nvPr/>
        </p:nvSpPr>
        <p:spPr>
          <a:xfrm>
            <a:off x="151637" y="1250441"/>
            <a:ext cx="8300084" cy="0"/>
          </a:xfrm>
          <a:custGeom>
            <a:avLst/>
            <a:gdLst/>
            <a:ahLst/>
            <a:cxnLst/>
            <a:rect l="l" t="t" r="r" b="b"/>
            <a:pathLst>
              <a:path w="8300084">
                <a:moveTo>
                  <a:pt x="0" y="0"/>
                </a:moveTo>
                <a:lnTo>
                  <a:pt x="8300084" y="0"/>
                </a:lnTo>
              </a:path>
            </a:pathLst>
          </a:custGeom>
          <a:ln w="38100">
            <a:solidFill>
              <a:srgbClr val="DFA167"/>
            </a:solidFill>
          </a:ln>
        </p:spPr>
        <p:txBody>
          <a:bodyPr wrap="square" lIns="0" tIns="0" rIns="0" bIns="0" rtlCol="0"/>
          <a:lstStyle/>
          <a:p>
            <a:endParaRPr/>
          </a:p>
        </p:txBody>
      </p:sp>
      <p:sp>
        <p:nvSpPr>
          <p:cNvPr id="6" name="Rectangle 5">
            <a:extLst>
              <a:ext uri="{FF2B5EF4-FFF2-40B4-BE49-F238E27FC236}">
                <a16:creationId xmlns:a16="http://schemas.microsoft.com/office/drawing/2014/main" id="{37B64F75-B41D-1285-89DE-EFA6631CA6A4}"/>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137574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9E327-2716-C610-2D36-78A5481293C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EE4545A-E2B2-3A6E-C78A-B0A7385747E8}"/>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Tokenization</a:t>
            </a:r>
          </a:p>
        </p:txBody>
      </p:sp>
      <p:cxnSp>
        <p:nvCxnSpPr>
          <p:cNvPr id="8" name="Straight Connector 7">
            <a:extLst>
              <a:ext uri="{FF2B5EF4-FFF2-40B4-BE49-F238E27FC236}">
                <a16:creationId xmlns:a16="http://schemas.microsoft.com/office/drawing/2014/main" id="{DADB47CD-4BE4-DCC6-1782-A36D15D167E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E9ED7CE-C6B7-7284-8DB9-5EC9A53EEEE3}"/>
              </a:ext>
            </a:extLst>
          </p:cNvPr>
          <p:cNvSpPr/>
          <p:nvPr/>
        </p:nvSpPr>
        <p:spPr>
          <a:xfrm>
            <a:off x="729118" y="1454722"/>
            <a:ext cx="9278482" cy="5170646"/>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Tokenization is a foundational preprocessing step in natural language processing (NLP) that bridges the gap between raw text and machine learning models. It involves breaking down text into smaller units, called </a:t>
            </a:r>
            <a:r>
              <a:rPr lang="en-IN" sz="2200" b="1" dirty="0">
                <a:latin typeface="Times New Roman" panose="02020603050405020304" pitchFamily="18" charset="0"/>
                <a:cs typeface="Times New Roman" panose="02020603050405020304" pitchFamily="18" charset="0"/>
              </a:rPr>
              <a:t>tokens</a:t>
            </a:r>
            <a:r>
              <a:rPr lang="en-IN" sz="2200" dirty="0">
                <a:latin typeface="Times New Roman" panose="02020603050405020304" pitchFamily="18" charset="0"/>
                <a:cs typeface="Times New Roman" panose="02020603050405020304" pitchFamily="18" charset="0"/>
              </a:rPr>
              <a:t>, which are then converted into numerical IDs. </a:t>
            </a: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These IDs serve as the input to large language models (LLMs), where they are mapped to </a:t>
            </a:r>
            <a:r>
              <a:rPr lang="en-IN" sz="2200" b="1" dirty="0">
                <a:latin typeface="Times New Roman" panose="02020603050405020304" pitchFamily="18" charset="0"/>
                <a:cs typeface="Times New Roman" panose="02020603050405020304" pitchFamily="18" charset="0"/>
              </a:rPr>
              <a:t>embeddings</a:t>
            </a:r>
            <a:r>
              <a:rPr lang="en-IN" sz="2200" dirty="0">
                <a:latin typeface="Times New Roman" panose="02020603050405020304" pitchFamily="18" charset="0"/>
                <a:cs typeface="Times New Roman" panose="02020603050405020304" pitchFamily="18" charset="0"/>
              </a:rPr>
              <a:t> — vector representations that capture semantic meaning. The choice of tokenization method plays a vital role in determining the performance and efficiency of LLMs.</a:t>
            </a:r>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A0509FCB-FB78-C0D5-54F1-32CE86286111}"/>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05B8C8C1-59DA-76FB-CDAF-55604D9C24C0}"/>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19FA8D4B-0CE7-C87E-EEDE-51167375A933}"/>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D2FAE7B7-4C69-16D3-2F09-409ED3E650DB}"/>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AB683A85-1AED-4DE2-6C2A-94C658BA0ADC}"/>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6BB01286-A3D7-FF86-A60A-CE91C704C9FF}"/>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2" name="Picture 1">
            <a:extLst>
              <a:ext uri="{FF2B5EF4-FFF2-40B4-BE49-F238E27FC236}">
                <a16:creationId xmlns:a16="http://schemas.microsoft.com/office/drawing/2014/main" id="{8F4C6824-2E68-6F4A-7AD1-C41C644237F4}"/>
              </a:ext>
            </a:extLst>
          </p:cNvPr>
          <p:cNvPicPr>
            <a:picLocks noChangeAspect="1"/>
          </p:cNvPicPr>
          <p:nvPr/>
        </p:nvPicPr>
        <p:blipFill>
          <a:blip r:embed="rId16"/>
          <a:stretch>
            <a:fillRect/>
          </a:stretch>
        </p:blipFill>
        <p:spPr>
          <a:xfrm>
            <a:off x="4370255" y="2648935"/>
            <a:ext cx="4744720" cy="2436621"/>
          </a:xfrm>
          <a:prstGeom prst="rect">
            <a:avLst/>
          </a:prstGeom>
        </p:spPr>
      </p:pic>
    </p:spTree>
    <p:extLst>
      <p:ext uri="{BB962C8B-B14F-4D97-AF65-F5344CB8AC3E}">
        <p14:creationId xmlns:p14="http://schemas.microsoft.com/office/powerpoint/2010/main" val="2603771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92D54-EA91-A40E-043B-4D1BFAE4F17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1340255-F233-F0D4-BD3D-E8437D432EF2}"/>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Tokenization</a:t>
            </a:r>
          </a:p>
        </p:txBody>
      </p:sp>
      <p:cxnSp>
        <p:nvCxnSpPr>
          <p:cNvPr id="8" name="Straight Connector 7">
            <a:extLst>
              <a:ext uri="{FF2B5EF4-FFF2-40B4-BE49-F238E27FC236}">
                <a16:creationId xmlns:a16="http://schemas.microsoft.com/office/drawing/2014/main" id="{212F6DFA-7A66-468D-7338-710E6CB35736}"/>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3D980E21-3111-EBA7-7326-FF5910611F6D}"/>
              </a:ext>
            </a:extLst>
          </p:cNvPr>
          <p:cNvSpPr/>
          <p:nvPr/>
        </p:nvSpPr>
        <p:spPr>
          <a:xfrm>
            <a:off x="586878" y="1309860"/>
            <a:ext cx="9278482" cy="3693319"/>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Tokenization is the process of transforming unstructured text into a structured format that machine learning models can understand. At its core, it involves segmenting a piece of text — whether a sentence, paragraph, or document — into smaller, manageable units called </a:t>
            </a:r>
            <a:r>
              <a:rPr lang="en-IN" sz="2200" b="1" dirty="0">
                <a:latin typeface="Times New Roman" panose="02020603050405020304" pitchFamily="18" charset="0"/>
                <a:cs typeface="Times New Roman" panose="02020603050405020304" pitchFamily="18" charset="0"/>
              </a:rPr>
              <a:t>tokens</a:t>
            </a:r>
            <a:r>
              <a:rPr lang="en-IN" sz="2200" dirty="0">
                <a:latin typeface="Times New Roman" panose="02020603050405020304" pitchFamily="18" charset="0"/>
                <a:cs typeface="Times New Roman" panose="02020603050405020304" pitchFamily="18" charset="0"/>
              </a:rPr>
              <a:t>.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These tokens can be </a:t>
            </a:r>
            <a:r>
              <a:rPr lang="en-IN" sz="2200" b="1" dirty="0">
                <a:latin typeface="Times New Roman" panose="02020603050405020304" pitchFamily="18" charset="0"/>
                <a:cs typeface="Times New Roman" panose="02020603050405020304" pitchFamily="18" charset="0"/>
              </a:rPr>
              <a:t>words, </a:t>
            </a:r>
            <a:r>
              <a:rPr lang="en-IN" sz="2200" b="1" dirty="0" err="1">
                <a:latin typeface="Times New Roman" panose="02020603050405020304" pitchFamily="18" charset="0"/>
                <a:cs typeface="Times New Roman" panose="02020603050405020304" pitchFamily="18" charset="0"/>
              </a:rPr>
              <a:t>subwords</a:t>
            </a:r>
            <a:r>
              <a:rPr lang="en-IN" sz="2200" b="1" dirty="0">
                <a:latin typeface="Times New Roman" panose="02020603050405020304" pitchFamily="18" charset="0"/>
                <a:cs typeface="Times New Roman" panose="02020603050405020304" pitchFamily="18" charset="0"/>
              </a:rPr>
              <a:t>, or even individual characters</a:t>
            </a:r>
            <a:r>
              <a:rPr lang="en-IN" sz="2200" dirty="0">
                <a:latin typeface="Times New Roman" panose="02020603050405020304" pitchFamily="18" charset="0"/>
                <a:cs typeface="Times New Roman" panose="02020603050405020304" pitchFamily="18" charset="0"/>
              </a:rPr>
              <a:t>, </a:t>
            </a:r>
            <a:r>
              <a:rPr lang="en-IN" sz="2200" dirty="0">
                <a:highlight>
                  <a:srgbClr val="FFFF00"/>
                </a:highlight>
                <a:latin typeface="Times New Roman" panose="02020603050405020304" pitchFamily="18" charset="0"/>
                <a:cs typeface="Times New Roman" panose="02020603050405020304" pitchFamily="18" charset="0"/>
              </a:rPr>
              <a:t>depending on the tokenization strategy employed.</a:t>
            </a:r>
          </a:p>
          <a:p>
            <a:pPr algn="just"/>
            <a:endParaRPr lang="en-IN" sz="2200" dirty="0">
              <a:highlight>
                <a:srgbClr val="FFFF00"/>
              </a:highlight>
              <a:latin typeface="Times New Roman" panose="02020603050405020304" pitchFamily="18" charset="0"/>
              <a:cs typeface="Times New Roman" panose="02020603050405020304" pitchFamily="18" charset="0"/>
            </a:endParaRPr>
          </a:p>
          <a:p>
            <a:pPr algn="just"/>
            <a:r>
              <a:rPr lang="en-IN" dirty="0"/>
              <a:t>Once tokenized, each token is assigned a numerical ID from a predefined vocabulary, converting text into a sequence of numbers.</a:t>
            </a:r>
          </a:p>
          <a:p>
            <a:pPr algn="just"/>
            <a:endParaRPr lang="en-IN" sz="2200" dirty="0">
              <a:highlight>
                <a:srgbClr val="FFFF00"/>
              </a:highlight>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948122BF-2C4D-EAE8-CEB6-826654C624AB}"/>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ECC8F201-1179-29BC-A365-33274424A9B0}"/>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97BF7C5B-0545-9F72-8DD3-733E268EE636}"/>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CF4DD9BB-39FE-FDE0-5E31-C48B6F612383}"/>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5E117317-71E3-B50E-B85A-C6F4E5AAA9C1}"/>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BB7AA069-26A3-CA31-D293-3A8F4A95187C}"/>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2" name="Picture 1">
            <a:extLst>
              <a:ext uri="{FF2B5EF4-FFF2-40B4-BE49-F238E27FC236}">
                <a16:creationId xmlns:a16="http://schemas.microsoft.com/office/drawing/2014/main" id="{FA76B8C5-9479-8F9D-0D7C-EF2CC32FA396}"/>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4141718" y="4437125"/>
            <a:ext cx="7146042" cy="2409196"/>
          </a:xfrm>
          <a:prstGeom prst="rect">
            <a:avLst/>
          </a:prstGeom>
          <a:noFill/>
          <a:ln>
            <a:noFill/>
          </a:ln>
        </p:spPr>
      </p:pic>
    </p:spTree>
    <p:extLst>
      <p:ext uri="{BB962C8B-B14F-4D97-AF65-F5344CB8AC3E}">
        <p14:creationId xmlns:p14="http://schemas.microsoft.com/office/powerpoint/2010/main" val="313077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1B62D-04C5-326F-44EA-67ED567729E8}"/>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422C45C-FDE5-F89A-1B07-F7CE783E29BD}"/>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Tokenization</a:t>
            </a:r>
          </a:p>
        </p:txBody>
      </p:sp>
      <p:cxnSp>
        <p:nvCxnSpPr>
          <p:cNvPr id="8" name="Straight Connector 7">
            <a:extLst>
              <a:ext uri="{FF2B5EF4-FFF2-40B4-BE49-F238E27FC236}">
                <a16:creationId xmlns:a16="http://schemas.microsoft.com/office/drawing/2014/main" id="{7F8C93BB-1AC3-7157-A274-65D95246B17A}"/>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BB8975EC-550B-CF9D-A52C-02D3B00637F8}"/>
              </a:ext>
            </a:extLst>
          </p:cNvPr>
          <p:cNvSpPr/>
          <p:nvPr/>
        </p:nvSpPr>
        <p:spPr>
          <a:xfrm>
            <a:off x="769758" y="1786686"/>
            <a:ext cx="9278482" cy="2739211"/>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Next, a table </a:t>
            </a:r>
            <a:r>
              <a:rPr lang="en-IN" sz="2200" b="1" dirty="0">
                <a:latin typeface="Times New Roman" panose="02020603050405020304" pitchFamily="18" charset="0"/>
                <a:cs typeface="Times New Roman" panose="02020603050405020304" pitchFamily="18" charset="0"/>
              </a:rPr>
              <a:t>lookup retrieves word embeddings</a:t>
            </a:r>
            <a:r>
              <a:rPr lang="en-IN" sz="2200" dirty="0">
                <a:latin typeface="Times New Roman" panose="02020603050405020304" pitchFamily="18" charset="0"/>
                <a:cs typeface="Times New Roman" panose="02020603050405020304" pitchFamily="18" charset="0"/>
              </a:rPr>
              <a:t> — dense vector representations — for each token ID from a pre-trained embedding matrix. These embeddings capture semantic meaning, enabling models to understand relationships between words, like the similarity between "cat" and "kitten".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This process is foundational for NLP tasks, allowing models to process and generate human language.</a:t>
            </a:r>
          </a:p>
          <a:p>
            <a:endParaRPr lang="en-US" i="1"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D9EF9DD6-F235-CCC2-0A32-BEFACF5E625A}"/>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D5F70D7E-B90C-CE82-BAA5-6B24591BF530}"/>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149EBEB7-5881-7CE6-9DE8-6D7521CD2464}"/>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91869354-38AC-2F71-016E-A138C3F6524C}"/>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8EC2EE33-2276-264C-208D-3F3CF15AE7E2}"/>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50134353-E179-EC1F-4617-2CBAE91A920F}"/>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4256588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5011B-CF9E-07DC-05E2-FC60CDB860B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04349D3-0E16-68AA-9911-37341464C892}"/>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Popular Approaches of Tokenization</a:t>
            </a:r>
          </a:p>
        </p:txBody>
      </p:sp>
      <p:cxnSp>
        <p:nvCxnSpPr>
          <p:cNvPr id="8" name="Straight Connector 7">
            <a:extLst>
              <a:ext uri="{FF2B5EF4-FFF2-40B4-BE49-F238E27FC236}">
                <a16:creationId xmlns:a16="http://schemas.microsoft.com/office/drawing/2014/main" id="{10F6120A-7264-C367-9AB7-CFF42352CCDD}"/>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B9F2883E-4007-0311-EDAE-EBA017A5D799}"/>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43C54C48-2A22-3B14-6FCA-5C7D121DB1DC}"/>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CFA7F2A1-18ED-3C7C-C07F-9757DB009DDB}"/>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0F6BB00B-1209-6138-21B3-D8C7E066DAA6}"/>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8E6C6BEA-33F6-8F30-9F4D-C4B010A17A68}"/>
              </a:ext>
            </a:extLst>
          </p:cNvPr>
          <p:cNvPicPr/>
          <p:nvPr/>
        </p:nvPicPr>
        <p:blipFill>
          <a:blip r:embed="rId15" cstate="print"/>
          <a:stretch>
            <a:fillRect/>
          </a:stretch>
        </p:blipFill>
        <p:spPr>
          <a:xfrm>
            <a:off x="11374941" y="-13996"/>
            <a:ext cx="666912" cy="938556"/>
          </a:xfrm>
          <a:prstGeom prst="rect">
            <a:avLst/>
          </a:prstGeom>
        </p:spPr>
      </p:pic>
      <p:sp>
        <p:nvSpPr>
          <p:cNvPr id="4" name="Rectangle 3">
            <a:extLst>
              <a:ext uri="{FF2B5EF4-FFF2-40B4-BE49-F238E27FC236}">
                <a16:creationId xmlns:a16="http://schemas.microsoft.com/office/drawing/2014/main" id="{3EEEC487-041C-4ACD-3827-9E8DBD45A2BB}"/>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9" name="Picture 8">
            <a:extLst>
              <a:ext uri="{FF2B5EF4-FFF2-40B4-BE49-F238E27FC236}">
                <a16:creationId xmlns:a16="http://schemas.microsoft.com/office/drawing/2014/main" id="{F18F1996-A939-F404-CF88-D4814655E18F}"/>
              </a:ext>
            </a:extLst>
          </p:cNvPr>
          <p:cNvPicPr>
            <a:picLocks noChangeAspect="1"/>
          </p:cNvPicPr>
          <p:nvPr/>
        </p:nvPicPr>
        <p:blipFill>
          <a:blip r:embed="rId16"/>
          <a:stretch>
            <a:fillRect/>
          </a:stretch>
        </p:blipFill>
        <p:spPr>
          <a:xfrm>
            <a:off x="1151962" y="1975312"/>
            <a:ext cx="9328095" cy="3881193"/>
          </a:xfrm>
          <a:prstGeom prst="rect">
            <a:avLst/>
          </a:prstGeom>
        </p:spPr>
      </p:pic>
      <p:sp>
        <p:nvSpPr>
          <p:cNvPr id="2" name="Rectangle 1">
            <a:extLst>
              <a:ext uri="{FF2B5EF4-FFF2-40B4-BE49-F238E27FC236}">
                <a16:creationId xmlns:a16="http://schemas.microsoft.com/office/drawing/2014/main" id="{28044430-42CE-4AA4-96A0-75DD4409BD13}"/>
              </a:ext>
            </a:extLst>
          </p:cNvPr>
          <p:cNvSpPr>
            <a:spLocks noChangeArrowheads="1"/>
          </p:cNvSpPr>
          <p:nvPr/>
        </p:nvSpPr>
        <p:spPr bwMode="auto">
          <a:xfrm>
            <a:off x="150147" y="1551969"/>
            <a:ext cx="379984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spaces as delimiters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linguistic or statistical knowledge</a:t>
            </a:r>
          </a:p>
        </p:txBody>
      </p:sp>
      <p:sp>
        <p:nvSpPr>
          <p:cNvPr id="5" name="Rectangle 2">
            <a:extLst>
              <a:ext uri="{FF2B5EF4-FFF2-40B4-BE49-F238E27FC236}">
                <a16:creationId xmlns:a16="http://schemas.microsoft.com/office/drawing/2014/main" id="{11FB5A4E-4EBE-8EE7-EE60-5647975809EB}"/>
              </a:ext>
            </a:extLst>
          </p:cNvPr>
          <p:cNvSpPr>
            <a:spLocks noChangeArrowheads="1"/>
          </p:cNvSpPr>
          <p:nvPr/>
        </p:nvSpPr>
        <p:spPr bwMode="auto">
          <a:xfrm>
            <a:off x="150147" y="5463787"/>
            <a:ext cx="470633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Separate punctuation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Keep abbreviations together (e.g., “Dr.”)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Handle contractions (“don’t” → “do + </a:t>
            </a:r>
            <a:r>
              <a:rPr kumimoji="0" lang="en-US" altLang="en-US" sz="1800" b="0" i="0" u="none" strike="noStrike" cap="none" normalizeH="0" baseline="0" dirty="0" err="1">
                <a:ln>
                  <a:noFill/>
                </a:ln>
                <a:solidFill>
                  <a:schemeClr val="tx1"/>
                </a:solidFill>
                <a:effectLst/>
                <a:latin typeface="Arial" panose="020B0604020202020204" pitchFamily="34" charset="0"/>
              </a:rPr>
              <a:t>n't</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F02251DD-A239-4404-705C-AAD1F808C0CB}"/>
              </a:ext>
            </a:extLst>
          </p:cNvPr>
          <p:cNvSpPr txBox="1"/>
          <p:nvPr/>
        </p:nvSpPr>
        <p:spPr>
          <a:xfrm>
            <a:off x="3718560" y="1589595"/>
            <a:ext cx="3254978" cy="646331"/>
          </a:xfrm>
          <a:prstGeom prst="rect">
            <a:avLst/>
          </a:prstGeom>
          <a:noFill/>
        </p:spPr>
        <p:txBody>
          <a:bodyPr wrap="square">
            <a:spAutoFit/>
          </a:bodyPr>
          <a:lstStyle/>
          <a:p>
            <a:r>
              <a:rPr lang="en-US" dirty="0"/>
              <a:t>Learns that “machine learning” occurs often together</a:t>
            </a:r>
            <a:endParaRPr lang="en-IN" dirty="0"/>
          </a:p>
        </p:txBody>
      </p:sp>
      <p:sp>
        <p:nvSpPr>
          <p:cNvPr id="11" name="TextBox 10">
            <a:extLst>
              <a:ext uri="{FF2B5EF4-FFF2-40B4-BE49-F238E27FC236}">
                <a16:creationId xmlns:a16="http://schemas.microsoft.com/office/drawing/2014/main" id="{370509D6-A448-5ED2-5FF9-133E92351722}"/>
              </a:ext>
            </a:extLst>
          </p:cNvPr>
          <p:cNvSpPr txBox="1"/>
          <p:nvPr/>
        </p:nvSpPr>
        <p:spPr>
          <a:xfrm>
            <a:off x="5816009" y="5354974"/>
            <a:ext cx="5420951" cy="1477328"/>
          </a:xfrm>
          <a:prstGeom prst="rect">
            <a:avLst/>
          </a:prstGeom>
          <a:noFill/>
        </p:spPr>
        <p:txBody>
          <a:bodyPr wrap="square">
            <a:spAutoFit/>
          </a:bodyPr>
          <a:lstStyle/>
          <a:p>
            <a:r>
              <a:rPr lang="en-US" dirty="0"/>
              <a:t>Break words into </a:t>
            </a:r>
            <a:r>
              <a:rPr lang="en-US" b="1" dirty="0"/>
              <a:t>frequently occurring </a:t>
            </a:r>
            <a:r>
              <a:rPr lang="en-US" b="1" dirty="0" err="1"/>
              <a:t>subwords</a:t>
            </a:r>
            <a:r>
              <a:rPr lang="en-US" dirty="0"/>
              <a:t>.</a:t>
            </a:r>
          </a:p>
          <a:p>
            <a:pPr marL="285750" indent="-285750">
              <a:buFont typeface="Arial" panose="020B0604020202020204" pitchFamily="34" charset="0"/>
              <a:buChar char="•"/>
            </a:pPr>
            <a:r>
              <a:rPr lang="en-US" dirty="0"/>
              <a:t>Start with characters</a:t>
            </a:r>
          </a:p>
          <a:p>
            <a:pPr marL="285750" indent="-285750">
              <a:buFont typeface="Arial" panose="020B0604020202020204" pitchFamily="34" charset="0"/>
              <a:buChar char="•"/>
            </a:pPr>
            <a:r>
              <a:rPr lang="en-US" dirty="0"/>
              <a:t>Repeatedly merge most frequent character pairs</a:t>
            </a:r>
          </a:p>
          <a:p>
            <a:pPr marL="285750" indent="-285750">
              <a:buFont typeface="Arial" panose="020B0604020202020204" pitchFamily="34" charset="0"/>
              <a:buChar char="•"/>
            </a:pPr>
            <a:r>
              <a:rPr lang="en-US" dirty="0"/>
              <a:t>Build a </a:t>
            </a:r>
            <a:r>
              <a:rPr lang="en-US" dirty="0" err="1"/>
              <a:t>subword</a:t>
            </a:r>
            <a:r>
              <a:rPr lang="en-US" dirty="0"/>
              <a:t> vocabulary</a:t>
            </a:r>
          </a:p>
          <a:p>
            <a:r>
              <a:rPr lang="en-US" b="1" dirty="0"/>
              <a:t>Example: </a:t>
            </a:r>
            <a:r>
              <a:rPr lang="en-US" dirty="0"/>
              <a:t>“unhappiness” → ["un", "</a:t>
            </a:r>
            <a:r>
              <a:rPr lang="en-US" dirty="0" err="1"/>
              <a:t>happi</a:t>
            </a:r>
            <a:r>
              <a:rPr lang="en-US" dirty="0"/>
              <a:t>", "ness"]</a:t>
            </a:r>
            <a:endParaRPr lang="en-IN" dirty="0"/>
          </a:p>
        </p:txBody>
      </p:sp>
      <p:sp>
        <p:nvSpPr>
          <p:cNvPr id="13" name="TextBox 12">
            <a:extLst>
              <a:ext uri="{FF2B5EF4-FFF2-40B4-BE49-F238E27FC236}">
                <a16:creationId xmlns:a16="http://schemas.microsoft.com/office/drawing/2014/main" id="{EA07D3A4-970E-B288-D5F7-532ACD4D8776}"/>
              </a:ext>
            </a:extLst>
          </p:cNvPr>
          <p:cNvSpPr txBox="1"/>
          <p:nvPr/>
        </p:nvSpPr>
        <p:spPr>
          <a:xfrm>
            <a:off x="7518400" y="800290"/>
            <a:ext cx="3599102" cy="1200329"/>
          </a:xfrm>
          <a:prstGeom prst="rect">
            <a:avLst/>
          </a:prstGeom>
          <a:noFill/>
        </p:spPr>
        <p:txBody>
          <a:bodyPr wrap="square">
            <a:spAutoFit/>
          </a:bodyPr>
          <a:lstStyle/>
          <a:p>
            <a:r>
              <a:rPr lang="en-US" dirty="0"/>
              <a:t>Tokenizer is </a:t>
            </a:r>
            <a:r>
              <a:rPr lang="en-US" b="1" dirty="0"/>
              <a:t>designed specifically for transformer models</a:t>
            </a:r>
            <a:r>
              <a:rPr lang="en-US" dirty="0"/>
              <a:t>.</a:t>
            </a:r>
          </a:p>
          <a:p>
            <a:r>
              <a:rPr lang="en-US" dirty="0"/>
              <a:t>Common Methods:</a:t>
            </a:r>
          </a:p>
          <a:p>
            <a:endParaRPr lang="en-IN" dirty="0"/>
          </a:p>
        </p:txBody>
      </p:sp>
      <p:sp>
        <p:nvSpPr>
          <p:cNvPr id="14" name="Rectangle 3">
            <a:extLst>
              <a:ext uri="{FF2B5EF4-FFF2-40B4-BE49-F238E27FC236}">
                <a16:creationId xmlns:a16="http://schemas.microsoft.com/office/drawing/2014/main" id="{3125787F-8713-34FB-3610-CBE95EDC08DE}"/>
              </a:ext>
            </a:extLst>
          </p:cNvPr>
          <p:cNvSpPr>
            <a:spLocks noChangeArrowheads="1"/>
          </p:cNvSpPr>
          <p:nvPr/>
        </p:nvSpPr>
        <p:spPr bwMode="auto">
          <a:xfrm>
            <a:off x="8907653" y="1589595"/>
            <a:ext cx="2574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rPr>
              <a:t>WordPiece</a:t>
            </a:r>
            <a:r>
              <a:rPr kumimoji="0" lang="en-US" altLang="en-US" sz="1200" b="0" i="0" u="none" strike="noStrike" cap="none" normalizeH="0" baseline="0" dirty="0">
                <a:ln>
                  <a:noFill/>
                </a:ln>
                <a:solidFill>
                  <a:schemeClr val="tx1"/>
                </a:solidFill>
                <a:effectLst/>
                <a:latin typeface="Arial" panose="020B0604020202020204" pitchFamily="34" charset="0"/>
              </a:rPr>
              <a:t> (BERT)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BPE (GPT)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Unigram LM (</a:t>
            </a:r>
            <a:r>
              <a:rPr kumimoji="0" lang="en-US" altLang="en-US" sz="1200" b="0" i="0" u="none" strike="noStrike" cap="none" normalizeH="0" baseline="0" dirty="0" err="1">
                <a:ln>
                  <a:noFill/>
                </a:ln>
                <a:solidFill>
                  <a:schemeClr val="tx1"/>
                </a:solidFill>
                <a:effectLst/>
                <a:latin typeface="Arial" panose="020B0604020202020204" pitchFamily="34" charset="0"/>
              </a:rPr>
              <a:t>SentencePiece</a:t>
            </a:r>
            <a:r>
              <a:rPr kumimoji="0" lang="en-US" altLang="en-US" sz="12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01226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11" grpId="0"/>
      <p:bldP spid="13"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537A9-F2CC-02E0-1604-A067B21081F8}"/>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0D5C28C-27D3-A1BB-16F1-3DDC494026BC}"/>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Types of Tokenization</a:t>
            </a:r>
          </a:p>
        </p:txBody>
      </p:sp>
      <p:cxnSp>
        <p:nvCxnSpPr>
          <p:cNvPr id="8" name="Straight Connector 7">
            <a:extLst>
              <a:ext uri="{FF2B5EF4-FFF2-40B4-BE49-F238E27FC236}">
                <a16:creationId xmlns:a16="http://schemas.microsoft.com/office/drawing/2014/main" id="{1D53B279-6CF0-91D7-0904-644F75208DA3}"/>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4A7C6F4C-68DF-3EC3-812D-A3AC3C974074}"/>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F59B436A-D01B-6B4A-C381-B434E81D665C}"/>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73A80978-D1A4-A8BD-2D8E-0585DB31B072}"/>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170E516E-BAF2-6FB4-4C37-D34FDE33FB3C}"/>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38EC2F00-15A0-FC77-C5BF-5F121CC3F447}"/>
              </a:ext>
            </a:extLst>
          </p:cNvPr>
          <p:cNvPicPr/>
          <p:nvPr/>
        </p:nvPicPr>
        <p:blipFill>
          <a:blip r:embed="rId15" cstate="print"/>
          <a:stretch>
            <a:fillRect/>
          </a:stretch>
        </p:blipFill>
        <p:spPr>
          <a:xfrm>
            <a:off x="11147697" y="109283"/>
            <a:ext cx="870585" cy="1378458"/>
          </a:xfrm>
          <a:prstGeom prst="rect">
            <a:avLst/>
          </a:prstGeom>
        </p:spPr>
      </p:pic>
      <p:sp>
        <p:nvSpPr>
          <p:cNvPr id="4" name="Rectangle 3">
            <a:extLst>
              <a:ext uri="{FF2B5EF4-FFF2-40B4-BE49-F238E27FC236}">
                <a16:creationId xmlns:a16="http://schemas.microsoft.com/office/drawing/2014/main" id="{60C2A97A-2C8B-C687-3642-19F2161D3B18}"/>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6" name="Picture 5">
            <a:extLst>
              <a:ext uri="{FF2B5EF4-FFF2-40B4-BE49-F238E27FC236}">
                <a16:creationId xmlns:a16="http://schemas.microsoft.com/office/drawing/2014/main" id="{15F215E4-46C3-1E1A-15F0-F76123F11620}"/>
              </a:ext>
            </a:extLst>
          </p:cNvPr>
          <p:cNvPicPr>
            <a:picLocks noChangeAspect="1"/>
          </p:cNvPicPr>
          <p:nvPr/>
        </p:nvPicPr>
        <p:blipFill>
          <a:blip r:embed="rId16"/>
          <a:stretch>
            <a:fillRect/>
          </a:stretch>
        </p:blipFill>
        <p:spPr>
          <a:xfrm>
            <a:off x="393111" y="1309861"/>
            <a:ext cx="9106489" cy="4018522"/>
          </a:xfrm>
          <a:prstGeom prst="rect">
            <a:avLst/>
          </a:prstGeom>
        </p:spPr>
      </p:pic>
      <p:sp>
        <p:nvSpPr>
          <p:cNvPr id="5" name="TextBox 4">
            <a:extLst>
              <a:ext uri="{FF2B5EF4-FFF2-40B4-BE49-F238E27FC236}">
                <a16:creationId xmlns:a16="http://schemas.microsoft.com/office/drawing/2014/main" id="{A2542DAB-8F54-9E41-FD78-F9FDFD838533}"/>
              </a:ext>
            </a:extLst>
          </p:cNvPr>
          <p:cNvSpPr txBox="1"/>
          <p:nvPr/>
        </p:nvSpPr>
        <p:spPr>
          <a:xfrm>
            <a:off x="616969" y="5512693"/>
            <a:ext cx="10193271" cy="1128514"/>
          </a:xfrm>
          <a:prstGeom prst="rect">
            <a:avLst/>
          </a:prstGeom>
          <a:noFill/>
        </p:spPr>
        <p:txBody>
          <a:bodyPr wrap="square">
            <a:spAutoFit/>
          </a:bodyPr>
          <a:lstStyle/>
          <a:p>
            <a:pPr fontAlgn="base">
              <a:spcAft>
                <a:spcPts val="750"/>
              </a:spcAft>
            </a:pPr>
            <a:r>
              <a:rPr lang="en-US" b="1" i="1" dirty="0">
                <a:solidFill>
                  <a:srgbClr val="FF0000"/>
                </a:solidFill>
                <a:effectLst/>
                <a:latin typeface="Nunito" pitchFamily="2" charset="0"/>
              </a:rPr>
              <a:t>Word Tokenization</a:t>
            </a:r>
            <a:r>
              <a:rPr lang="en-US" dirty="0"/>
              <a:t>(It works well for languages with clear word boundaries, like English.)</a:t>
            </a:r>
            <a:endParaRPr lang="en-US" b="1" i="1" dirty="0">
              <a:solidFill>
                <a:srgbClr val="FF0000"/>
              </a:solidFill>
              <a:effectLst/>
              <a:latin typeface="Nunito" pitchFamily="2" charset="0"/>
            </a:endParaRPr>
          </a:p>
          <a:p>
            <a:pPr algn="l" rtl="0" fontAlgn="base">
              <a:spcAft>
                <a:spcPts val="750"/>
              </a:spcAft>
              <a:buNone/>
            </a:pPr>
            <a:r>
              <a:rPr lang="en-US" b="1" i="1" dirty="0">
                <a:solidFill>
                  <a:srgbClr val="273239"/>
                </a:solidFill>
                <a:effectLst/>
                <a:latin typeface="Nunito" pitchFamily="2" charset="0"/>
              </a:rPr>
              <a:t>Input before tokenization</a:t>
            </a:r>
            <a:r>
              <a:rPr lang="en-US" b="0" i="1" dirty="0">
                <a:solidFill>
                  <a:srgbClr val="273239"/>
                </a:solidFill>
                <a:effectLst/>
                <a:latin typeface="Nunito" pitchFamily="2" charset="0"/>
              </a:rPr>
              <a:t>: ["Machine Learning is fascinating"]</a:t>
            </a:r>
          </a:p>
          <a:p>
            <a:pPr algn="l" rtl="0" fontAlgn="base">
              <a:spcAft>
                <a:spcPts val="750"/>
              </a:spcAft>
              <a:buNone/>
            </a:pPr>
            <a:r>
              <a:rPr lang="en-US" b="1" i="1" dirty="0">
                <a:solidFill>
                  <a:srgbClr val="273239"/>
                </a:solidFill>
                <a:effectLst/>
                <a:latin typeface="Nunito" pitchFamily="2" charset="0"/>
              </a:rPr>
              <a:t>Output when tokenized by words</a:t>
            </a:r>
            <a:r>
              <a:rPr lang="en-US" b="0" i="1" dirty="0">
                <a:solidFill>
                  <a:srgbClr val="273239"/>
                </a:solidFill>
                <a:effectLst/>
                <a:latin typeface="Nunito" pitchFamily="2" charset="0"/>
              </a:rPr>
              <a:t>: ["Machine", "learning", "is", "fascinating"]</a:t>
            </a:r>
          </a:p>
        </p:txBody>
      </p:sp>
    </p:spTree>
    <p:extLst>
      <p:ext uri="{BB962C8B-B14F-4D97-AF65-F5344CB8AC3E}">
        <p14:creationId xmlns:p14="http://schemas.microsoft.com/office/powerpoint/2010/main" val="973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2F8D6-D3E3-A5F0-73BF-290673F882B8}"/>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751F09F9-8BE7-7F09-9C3B-70E39461D708}"/>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Types of Tokenization</a:t>
            </a:r>
          </a:p>
        </p:txBody>
      </p:sp>
      <p:cxnSp>
        <p:nvCxnSpPr>
          <p:cNvPr id="8" name="Straight Connector 7">
            <a:extLst>
              <a:ext uri="{FF2B5EF4-FFF2-40B4-BE49-F238E27FC236}">
                <a16:creationId xmlns:a16="http://schemas.microsoft.com/office/drawing/2014/main" id="{C3418D79-3B2F-6E7F-3B75-D72C2DB9A9AD}"/>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C6FD329E-7E5C-372C-0A19-4FF1152A2520}"/>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F6C4459E-59C0-D0CA-5CD1-51F400C6CCB9}"/>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D5E00BAD-E5C9-687B-189D-C907EBF5EA53}"/>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C6F89D83-EF22-D3F2-B360-2740D1F27411}"/>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7120B787-83B6-880F-7A81-71EBE43510C2}"/>
              </a:ext>
            </a:extLst>
          </p:cNvPr>
          <p:cNvPicPr/>
          <p:nvPr/>
        </p:nvPicPr>
        <p:blipFill>
          <a:blip r:embed="rId15" cstate="print"/>
          <a:stretch>
            <a:fillRect/>
          </a:stretch>
        </p:blipFill>
        <p:spPr>
          <a:xfrm>
            <a:off x="11147697" y="109283"/>
            <a:ext cx="870585" cy="1378458"/>
          </a:xfrm>
          <a:prstGeom prst="rect">
            <a:avLst/>
          </a:prstGeom>
        </p:spPr>
      </p:pic>
      <p:sp>
        <p:nvSpPr>
          <p:cNvPr id="4" name="Rectangle 3">
            <a:extLst>
              <a:ext uri="{FF2B5EF4-FFF2-40B4-BE49-F238E27FC236}">
                <a16:creationId xmlns:a16="http://schemas.microsoft.com/office/drawing/2014/main" id="{37924FC2-0203-AD22-93A6-3AB8ECA9A6BB}"/>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6" name="Picture 5">
            <a:extLst>
              <a:ext uri="{FF2B5EF4-FFF2-40B4-BE49-F238E27FC236}">
                <a16:creationId xmlns:a16="http://schemas.microsoft.com/office/drawing/2014/main" id="{4A50E81A-295A-6CAE-70BC-FA0DF1B855A5}"/>
              </a:ext>
            </a:extLst>
          </p:cNvPr>
          <p:cNvPicPr>
            <a:picLocks noChangeAspect="1"/>
          </p:cNvPicPr>
          <p:nvPr/>
        </p:nvPicPr>
        <p:blipFill>
          <a:blip r:embed="rId16"/>
          <a:stretch>
            <a:fillRect/>
          </a:stretch>
        </p:blipFill>
        <p:spPr>
          <a:xfrm>
            <a:off x="393111" y="1309861"/>
            <a:ext cx="9106489" cy="4018522"/>
          </a:xfrm>
          <a:prstGeom prst="rect">
            <a:avLst/>
          </a:prstGeom>
        </p:spPr>
      </p:pic>
      <p:sp>
        <p:nvSpPr>
          <p:cNvPr id="5" name="TextBox 4">
            <a:extLst>
              <a:ext uri="{FF2B5EF4-FFF2-40B4-BE49-F238E27FC236}">
                <a16:creationId xmlns:a16="http://schemas.microsoft.com/office/drawing/2014/main" id="{9434D011-DD2D-7F48-DC1E-FD2F252EAB5A}"/>
              </a:ext>
            </a:extLst>
          </p:cNvPr>
          <p:cNvSpPr txBox="1"/>
          <p:nvPr/>
        </p:nvSpPr>
        <p:spPr>
          <a:xfrm>
            <a:off x="496444" y="5607705"/>
            <a:ext cx="11199111" cy="1025922"/>
          </a:xfrm>
          <a:prstGeom prst="rect">
            <a:avLst/>
          </a:prstGeom>
          <a:noFill/>
        </p:spPr>
        <p:txBody>
          <a:bodyPr wrap="square">
            <a:spAutoFit/>
          </a:bodyPr>
          <a:lstStyle/>
          <a:p>
            <a:pPr fontAlgn="base">
              <a:spcAft>
                <a:spcPts val="750"/>
              </a:spcAft>
            </a:pPr>
            <a:r>
              <a:rPr lang="en-US" b="1" i="1" dirty="0">
                <a:solidFill>
                  <a:srgbClr val="FF0000"/>
                </a:solidFill>
                <a:effectLst/>
                <a:latin typeface="Nunito" pitchFamily="2" charset="0"/>
              </a:rPr>
              <a:t>Character Tokenization </a:t>
            </a:r>
            <a:r>
              <a:rPr lang="en-US" dirty="0"/>
              <a:t>(This is useful for tasks like spelling correction or for tasks with unclear boundaries.</a:t>
            </a:r>
            <a:endParaRPr lang="en-US" b="1" i="1" dirty="0">
              <a:solidFill>
                <a:srgbClr val="FF0000"/>
              </a:solidFill>
              <a:effectLst/>
              <a:latin typeface="Nunito" pitchFamily="2" charset="0"/>
            </a:endParaRPr>
          </a:p>
          <a:p>
            <a:pPr fontAlgn="base"/>
            <a:r>
              <a:rPr lang="en-US" b="1" i="1" dirty="0"/>
              <a:t>Input before tokenization</a:t>
            </a:r>
            <a:r>
              <a:rPr lang="en-US" i="1" dirty="0"/>
              <a:t>: ["You are helpful"]</a:t>
            </a:r>
          </a:p>
          <a:p>
            <a:pPr fontAlgn="base"/>
            <a:r>
              <a:rPr lang="en-US" b="1" i="1" dirty="0"/>
              <a:t>Output when tokenized by characters</a:t>
            </a:r>
            <a:r>
              <a:rPr lang="en-US" i="1" dirty="0"/>
              <a:t>: ["Y", "o", "u", " ", "a", "r", "e", " ", "h", "e", "l", "p", "f", "u", "l"]</a:t>
            </a:r>
          </a:p>
        </p:txBody>
      </p:sp>
    </p:spTree>
    <p:extLst>
      <p:ext uri="{BB962C8B-B14F-4D97-AF65-F5344CB8AC3E}">
        <p14:creationId xmlns:p14="http://schemas.microsoft.com/office/powerpoint/2010/main" val="53693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E4C40-61AE-1BA9-9365-933C04D058AC}"/>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0E797415-0E23-8402-5330-C2A175A30DF1}"/>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Types of Tokenization</a:t>
            </a:r>
          </a:p>
        </p:txBody>
      </p:sp>
      <p:cxnSp>
        <p:nvCxnSpPr>
          <p:cNvPr id="8" name="Straight Connector 7">
            <a:extLst>
              <a:ext uri="{FF2B5EF4-FFF2-40B4-BE49-F238E27FC236}">
                <a16:creationId xmlns:a16="http://schemas.microsoft.com/office/drawing/2014/main" id="{F73FDB76-EE2C-33E1-E4C3-5AA00004012B}"/>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7983FC74-387C-9433-9737-58F28C29BBF7}"/>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43FBD16C-8FB7-13CE-7E13-78245444EDFE}"/>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29556B23-9B1B-EEF2-F1EB-725D93FA7DBC}"/>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17B1478B-6592-FFAB-0E78-22B3594DD0A5}"/>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CCDD79EC-3BEF-EFE5-517D-E97384EB5977}"/>
              </a:ext>
            </a:extLst>
          </p:cNvPr>
          <p:cNvPicPr/>
          <p:nvPr/>
        </p:nvPicPr>
        <p:blipFill>
          <a:blip r:embed="rId15" cstate="print"/>
          <a:stretch>
            <a:fillRect/>
          </a:stretch>
        </p:blipFill>
        <p:spPr>
          <a:xfrm>
            <a:off x="11147697" y="109283"/>
            <a:ext cx="870585" cy="1378458"/>
          </a:xfrm>
          <a:prstGeom prst="rect">
            <a:avLst/>
          </a:prstGeom>
        </p:spPr>
      </p:pic>
      <p:sp>
        <p:nvSpPr>
          <p:cNvPr id="4" name="Rectangle 3">
            <a:extLst>
              <a:ext uri="{FF2B5EF4-FFF2-40B4-BE49-F238E27FC236}">
                <a16:creationId xmlns:a16="http://schemas.microsoft.com/office/drawing/2014/main" id="{DBCB3790-4050-7490-747B-7F0333A018C3}"/>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6" name="Picture 5">
            <a:extLst>
              <a:ext uri="{FF2B5EF4-FFF2-40B4-BE49-F238E27FC236}">
                <a16:creationId xmlns:a16="http://schemas.microsoft.com/office/drawing/2014/main" id="{46A54B80-1760-C95D-9441-9C8B57BBA621}"/>
              </a:ext>
            </a:extLst>
          </p:cNvPr>
          <p:cNvPicPr>
            <a:picLocks noChangeAspect="1"/>
          </p:cNvPicPr>
          <p:nvPr/>
        </p:nvPicPr>
        <p:blipFill>
          <a:blip r:embed="rId16"/>
          <a:stretch>
            <a:fillRect/>
          </a:stretch>
        </p:blipFill>
        <p:spPr>
          <a:xfrm>
            <a:off x="393112" y="1309861"/>
            <a:ext cx="7776164" cy="3431475"/>
          </a:xfrm>
          <a:prstGeom prst="rect">
            <a:avLst/>
          </a:prstGeom>
        </p:spPr>
      </p:pic>
      <p:sp>
        <p:nvSpPr>
          <p:cNvPr id="5" name="TextBox 4">
            <a:extLst>
              <a:ext uri="{FF2B5EF4-FFF2-40B4-BE49-F238E27FC236}">
                <a16:creationId xmlns:a16="http://schemas.microsoft.com/office/drawing/2014/main" id="{40883989-A29B-D7C4-2A53-EC63C5B8B6BE}"/>
              </a:ext>
            </a:extLst>
          </p:cNvPr>
          <p:cNvSpPr txBox="1"/>
          <p:nvPr/>
        </p:nvSpPr>
        <p:spPr>
          <a:xfrm>
            <a:off x="393111" y="4891798"/>
            <a:ext cx="11199111" cy="1682512"/>
          </a:xfrm>
          <a:prstGeom prst="rect">
            <a:avLst/>
          </a:prstGeom>
          <a:noFill/>
        </p:spPr>
        <p:txBody>
          <a:bodyPr wrap="square">
            <a:spAutoFit/>
          </a:bodyPr>
          <a:lstStyle/>
          <a:p>
            <a:pPr fontAlgn="base">
              <a:spcAft>
                <a:spcPts val="750"/>
              </a:spcAft>
            </a:pPr>
            <a:r>
              <a:rPr lang="en-US" b="1" i="1" dirty="0">
                <a:solidFill>
                  <a:srgbClr val="FF0000"/>
                </a:solidFill>
                <a:effectLst/>
                <a:latin typeface="Nunito" pitchFamily="2" charset="0"/>
              </a:rPr>
              <a:t>Sentence Tokenization </a:t>
            </a:r>
            <a:r>
              <a:rPr lang="en-US" dirty="0"/>
              <a:t>(This is useful for tasks requiring individual sentence analysis or processing.)</a:t>
            </a:r>
          </a:p>
          <a:p>
            <a:pPr fontAlgn="base">
              <a:spcAft>
                <a:spcPts val="750"/>
              </a:spcAft>
            </a:pPr>
            <a:r>
              <a:rPr lang="en-US" b="1" i="1" dirty="0"/>
              <a:t>Input before tokenization</a:t>
            </a:r>
            <a:r>
              <a:rPr lang="en-US" i="1" dirty="0"/>
              <a:t>:["Artificial Intelligence is an emerging technology. Machine learning is fascinating. Computer Vision handles images. "]</a:t>
            </a:r>
          </a:p>
          <a:p>
            <a:pPr fontAlgn="base">
              <a:spcAft>
                <a:spcPts val="750"/>
              </a:spcAft>
            </a:pPr>
            <a:r>
              <a:rPr lang="en-US" b="1" i="1" dirty="0"/>
              <a:t>Output when tokenized by characters</a:t>
            </a:r>
            <a:r>
              <a:rPr lang="en-US" i="1" dirty="0"/>
              <a:t>:["Artificial Intelligence is an emerging technology.", "Machine learning is fascinating.", "Computer Vision handles images."]</a:t>
            </a:r>
          </a:p>
        </p:txBody>
      </p:sp>
    </p:spTree>
    <p:extLst>
      <p:ext uri="{BB962C8B-B14F-4D97-AF65-F5344CB8AC3E}">
        <p14:creationId xmlns:p14="http://schemas.microsoft.com/office/powerpoint/2010/main" val="1269875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6742E-1D74-72B1-70FE-3239BFEA26B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EB27A39-8F7F-3F9A-B09C-4DC08381181B}"/>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Types of Tokenization</a:t>
            </a:r>
          </a:p>
        </p:txBody>
      </p:sp>
      <p:cxnSp>
        <p:nvCxnSpPr>
          <p:cNvPr id="8" name="Straight Connector 7">
            <a:extLst>
              <a:ext uri="{FF2B5EF4-FFF2-40B4-BE49-F238E27FC236}">
                <a16:creationId xmlns:a16="http://schemas.microsoft.com/office/drawing/2014/main" id="{E0D3F06A-C96F-7AFE-2CAC-4F96B7E2ED42}"/>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DE516FCB-3105-01FA-9C26-A7B0F8418016}"/>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954E6CEC-7B1F-3BB1-F04E-C83B07DEE752}"/>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D8ED46BE-F21E-4EEA-43D0-09D6A85DB639}"/>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F4121633-30B5-96C5-129A-295FBF3508BB}"/>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55AF010C-9FBA-9613-4004-A42B36071B48}"/>
              </a:ext>
            </a:extLst>
          </p:cNvPr>
          <p:cNvPicPr/>
          <p:nvPr/>
        </p:nvPicPr>
        <p:blipFill>
          <a:blip r:embed="rId15" cstate="print"/>
          <a:stretch>
            <a:fillRect/>
          </a:stretch>
        </p:blipFill>
        <p:spPr>
          <a:xfrm>
            <a:off x="11147697" y="109283"/>
            <a:ext cx="870585" cy="1378458"/>
          </a:xfrm>
          <a:prstGeom prst="rect">
            <a:avLst/>
          </a:prstGeom>
        </p:spPr>
      </p:pic>
      <p:sp>
        <p:nvSpPr>
          <p:cNvPr id="4" name="Rectangle 3">
            <a:extLst>
              <a:ext uri="{FF2B5EF4-FFF2-40B4-BE49-F238E27FC236}">
                <a16:creationId xmlns:a16="http://schemas.microsoft.com/office/drawing/2014/main" id="{D1227E2D-F1BD-5F37-A27F-5673052139AD}"/>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6" name="Picture 5">
            <a:extLst>
              <a:ext uri="{FF2B5EF4-FFF2-40B4-BE49-F238E27FC236}">
                <a16:creationId xmlns:a16="http://schemas.microsoft.com/office/drawing/2014/main" id="{699CC87C-589E-3021-DC23-FF4E10125EC4}"/>
              </a:ext>
            </a:extLst>
          </p:cNvPr>
          <p:cNvPicPr>
            <a:picLocks noChangeAspect="1"/>
          </p:cNvPicPr>
          <p:nvPr/>
        </p:nvPicPr>
        <p:blipFill>
          <a:blip r:embed="rId16"/>
          <a:stretch>
            <a:fillRect/>
          </a:stretch>
        </p:blipFill>
        <p:spPr>
          <a:xfrm>
            <a:off x="393112" y="1309861"/>
            <a:ext cx="7776164" cy="3431475"/>
          </a:xfrm>
          <a:prstGeom prst="rect">
            <a:avLst/>
          </a:prstGeom>
        </p:spPr>
      </p:pic>
      <p:sp>
        <p:nvSpPr>
          <p:cNvPr id="5" name="TextBox 4">
            <a:extLst>
              <a:ext uri="{FF2B5EF4-FFF2-40B4-BE49-F238E27FC236}">
                <a16:creationId xmlns:a16="http://schemas.microsoft.com/office/drawing/2014/main" id="{BD837D30-C1EA-0DEF-B506-781AFA7071F8}"/>
              </a:ext>
            </a:extLst>
          </p:cNvPr>
          <p:cNvSpPr txBox="1"/>
          <p:nvPr/>
        </p:nvSpPr>
        <p:spPr>
          <a:xfrm>
            <a:off x="393111" y="4891798"/>
            <a:ext cx="11199111" cy="1128514"/>
          </a:xfrm>
          <a:prstGeom prst="rect">
            <a:avLst/>
          </a:prstGeom>
          <a:noFill/>
        </p:spPr>
        <p:txBody>
          <a:bodyPr wrap="square">
            <a:spAutoFit/>
          </a:bodyPr>
          <a:lstStyle/>
          <a:p>
            <a:pPr fontAlgn="base">
              <a:spcAft>
                <a:spcPts val="750"/>
              </a:spcAft>
            </a:pPr>
            <a:r>
              <a:rPr lang="en-US" b="1" i="1" dirty="0">
                <a:solidFill>
                  <a:srgbClr val="FF0000"/>
                </a:solidFill>
                <a:effectLst/>
                <a:latin typeface="Nunito" pitchFamily="2" charset="0"/>
              </a:rPr>
              <a:t>N-gram Tokenization </a:t>
            </a:r>
            <a:r>
              <a:rPr lang="en-US" dirty="0"/>
              <a:t>(splits words into fixed-sized chunks (size = n) of data.)</a:t>
            </a:r>
          </a:p>
          <a:p>
            <a:pPr fontAlgn="base">
              <a:spcAft>
                <a:spcPts val="750"/>
              </a:spcAft>
            </a:pPr>
            <a:r>
              <a:rPr lang="en-US" b="1" i="1" dirty="0"/>
              <a:t>Input before tokenization: </a:t>
            </a:r>
            <a:r>
              <a:rPr lang="en-IN" i="1" dirty="0"/>
              <a:t>["Machine learning is powerful"]</a:t>
            </a:r>
            <a:endParaRPr lang="en-US" i="1" dirty="0"/>
          </a:p>
          <a:p>
            <a:pPr fontAlgn="base">
              <a:spcAft>
                <a:spcPts val="750"/>
              </a:spcAft>
            </a:pPr>
            <a:r>
              <a:rPr lang="en-US" b="1" i="1" dirty="0"/>
              <a:t>Output when tokenized by characters</a:t>
            </a:r>
            <a:r>
              <a:rPr lang="en-US" i="1" dirty="0"/>
              <a:t>: [('Machine', 'learning'), ('learning', 'is'), ('is', 'powerful')]</a:t>
            </a:r>
          </a:p>
        </p:txBody>
      </p:sp>
    </p:spTree>
    <p:extLst>
      <p:ext uri="{BB962C8B-B14F-4D97-AF65-F5344CB8AC3E}">
        <p14:creationId xmlns:p14="http://schemas.microsoft.com/office/powerpoint/2010/main" val="2668286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9243C-44A6-5DDD-23D5-37B8840A0EDC}"/>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F499BF0A-02A6-3A5C-C24A-81CCFCB87ACE}"/>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Types of Tokenization</a:t>
            </a:r>
          </a:p>
        </p:txBody>
      </p:sp>
      <p:cxnSp>
        <p:nvCxnSpPr>
          <p:cNvPr id="8" name="Straight Connector 7">
            <a:extLst>
              <a:ext uri="{FF2B5EF4-FFF2-40B4-BE49-F238E27FC236}">
                <a16:creationId xmlns:a16="http://schemas.microsoft.com/office/drawing/2014/main" id="{98407DF9-4F22-077A-845A-ECEBD17CE7DC}"/>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94F48B87-6BB1-5028-6E26-B1C6F6BC8D82}"/>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BF188EA6-E0B4-4073-76EC-5313521B04F8}"/>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416EE1D7-1976-15F0-5905-6B00698C38F3}"/>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941C45D6-9469-24E5-B833-BD58EFACB5EF}"/>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7A1BB7AF-4536-11D1-72A6-80F1925ECC9A}"/>
              </a:ext>
            </a:extLst>
          </p:cNvPr>
          <p:cNvPicPr/>
          <p:nvPr/>
        </p:nvPicPr>
        <p:blipFill>
          <a:blip r:embed="rId15" cstate="print"/>
          <a:stretch>
            <a:fillRect/>
          </a:stretch>
        </p:blipFill>
        <p:spPr>
          <a:xfrm>
            <a:off x="11147697" y="109283"/>
            <a:ext cx="870585" cy="1378458"/>
          </a:xfrm>
          <a:prstGeom prst="rect">
            <a:avLst/>
          </a:prstGeom>
        </p:spPr>
      </p:pic>
      <p:sp>
        <p:nvSpPr>
          <p:cNvPr id="4" name="Rectangle 3">
            <a:extLst>
              <a:ext uri="{FF2B5EF4-FFF2-40B4-BE49-F238E27FC236}">
                <a16:creationId xmlns:a16="http://schemas.microsoft.com/office/drawing/2014/main" id="{BC5ACAE8-6BDC-16EB-00A2-56D340969054}"/>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6" name="Picture 5">
            <a:extLst>
              <a:ext uri="{FF2B5EF4-FFF2-40B4-BE49-F238E27FC236}">
                <a16:creationId xmlns:a16="http://schemas.microsoft.com/office/drawing/2014/main" id="{927ABCF1-CE07-192A-0A18-138A1C538AAD}"/>
              </a:ext>
            </a:extLst>
          </p:cNvPr>
          <p:cNvPicPr>
            <a:picLocks noChangeAspect="1"/>
          </p:cNvPicPr>
          <p:nvPr/>
        </p:nvPicPr>
        <p:blipFill>
          <a:blip r:embed="rId16"/>
          <a:stretch>
            <a:fillRect/>
          </a:stretch>
        </p:blipFill>
        <p:spPr>
          <a:xfrm>
            <a:off x="393112" y="1309861"/>
            <a:ext cx="7776164" cy="3431475"/>
          </a:xfrm>
          <a:prstGeom prst="rect">
            <a:avLst/>
          </a:prstGeom>
        </p:spPr>
      </p:pic>
      <p:sp>
        <p:nvSpPr>
          <p:cNvPr id="5" name="TextBox 4">
            <a:extLst>
              <a:ext uri="{FF2B5EF4-FFF2-40B4-BE49-F238E27FC236}">
                <a16:creationId xmlns:a16="http://schemas.microsoft.com/office/drawing/2014/main" id="{975673AB-FFDA-C1A5-E42E-5C41E8DB28D9}"/>
              </a:ext>
            </a:extLst>
          </p:cNvPr>
          <p:cNvSpPr txBox="1"/>
          <p:nvPr/>
        </p:nvSpPr>
        <p:spPr>
          <a:xfrm>
            <a:off x="393111" y="4891798"/>
            <a:ext cx="11199111" cy="2133918"/>
          </a:xfrm>
          <a:prstGeom prst="rect">
            <a:avLst/>
          </a:prstGeom>
          <a:noFill/>
        </p:spPr>
        <p:txBody>
          <a:bodyPr wrap="square">
            <a:spAutoFit/>
          </a:bodyPr>
          <a:lstStyle/>
          <a:p>
            <a:pPr fontAlgn="base">
              <a:spcAft>
                <a:spcPts val="750"/>
              </a:spcAft>
            </a:pPr>
            <a:r>
              <a:rPr lang="en-US" b="1" i="1" dirty="0" err="1">
                <a:solidFill>
                  <a:srgbClr val="FF0000"/>
                </a:solidFill>
                <a:effectLst/>
                <a:latin typeface="Nunito" pitchFamily="2" charset="0"/>
              </a:rPr>
              <a:t>Subword</a:t>
            </a:r>
            <a:r>
              <a:rPr lang="en-US" b="1" i="1" dirty="0">
                <a:solidFill>
                  <a:srgbClr val="FF0000"/>
                </a:solidFill>
                <a:effectLst/>
                <a:latin typeface="Nunito" pitchFamily="2" charset="0"/>
              </a:rPr>
              <a:t> Tokenization </a:t>
            </a:r>
            <a:r>
              <a:rPr lang="en-US" dirty="0"/>
              <a:t>(This is important in GenAI because it allows models to represent rare or unseen words more efficiently. </a:t>
            </a:r>
            <a:r>
              <a:rPr lang="en-US" b="1" dirty="0"/>
              <a:t>Instead of increasing the vocabulary</a:t>
            </a:r>
            <a:r>
              <a:rPr lang="en-US" dirty="0"/>
              <a:t>, </a:t>
            </a:r>
            <a:r>
              <a:rPr lang="en-US" dirty="0" err="1"/>
              <a:t>subword</a:t>
            </a:r>
            <a:r>
              <a:rPr lang="en-US" dirty="0"/>
              <a:t> tokenization enables models to work with a smaller vocabulary while generating more flexible outputs.</a:t>
            </a:r>
          </a:p>
          <a:p>
            <a:r>
              <a:rPr lang="en-US" b="1" i="1" dirty="0"/>
              <a:t>Input before tokenization</a:t>
            </a:r>
            <a:r>
              <a:rPr lang="en-US" i="1" dirty="0"/>
              <a:t>:</a:t>
            </a:r>
            <a:r>
              <a:rPr lang="en-IN" dirty="0"/>
              <a:t>“fascination”</a:t>
            </a:r>
          </a:p>
          <a:p>
            <a:r>
              <a:rPr lang="en-US" b="1" i="1" dirty="0"/>
              <a:t>Output when tokenized by characters</a:t>
            </a:r>
            <a:r>
              <a:rPr lang="en-US" i="1" dirty="0"/>
              <a:t>:</a:t>
            </a:r>
            <a:r>
              <a:rPr lang="en-IN" dirty="0"/>
              <a:t>[‘</a:t>
            </a:r>
            <a:r>
              <a:rPr lang="en-IN" dirty="0" err="1"/>
              <a:t>fas</a:t>
            </a:r>
            <a:r>
              <a:rPr lang="en-IN" dirty="0"/>
              <a:t>’, ‘</a:t>
            </a:r>
            <a:r>
              <a:rPr lang="en-IN" dirty="0" err="1"/>
              <a:t>cina</a:t>
            </a:r>
            <a:r>
              <a:rPr lang="en-IN" dirty="0"/>
              <a:t>’, ‘</a:t>
            </a:r>
            <a:r>
              <a:rPr lang="en-IN" dirty="0" err="1"/>
              <a:t>tion</a:t>
            </a:r>
            <a:r>
              <a:rPr lang="en-IN" dirty="0"/>
              <a:t>’]</a:t>
            </a:r>
          </a:p>
          <a:p>
            <a:r>
              <a:rPr lang="en-US" i="1" dirty="0"/>
              <a:t>["Time", "table"] , ["Rain", "coat"] , ["Grace", "fully"] , ["Run", "way"] </a:t>
            </a:r>
            <a:endParaRPr lang="en-IN" dirty="0"/>
          </a:p>
          <a:p>
            <a:pPr fontAlgn="base">
              <a:spcAft>
                <a:spcPts val="750"/>
              </a:spcAft>
            </a:pPr>
            <a:endParaRPr lang="en-US" i="1" dirty="0"/>
          </a:p>
        </p:txBody>
      </p:sp>
    </p:spTree>
    <p:extLst>
      <p:ext uri="{BB962C8B-B14F-4D97-AF65-F5344CB8AC3E}">
        <p14:creationId xmlns:p14="http://schemas.microsoft.com/office/powerpoint/2010/main" val="3589234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5D849-B61B-9174-296E-A2DF6B876AD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A07C828B-E6F0-7B7D-FA1E-658F72BF22DB}"/>
              </a:ext>
            </a:extLst>
          </p:cNvPr>
          <p:cNvSpPr/>
          <p:nvPr/>
        </p:nvSpPr>
        <p:spPr>
          <a:xfrm>
            <a:off x="697028" y="691688"/>
            <a:ext cx="7332487" cy="461665"/>
          </a:xfrm>
          <a:prstGeom prst="rect">
            <a:avLst/>
          </a:prstGeom>
        </p:spPr>
        <p:txBody>
          <a:bodyPr wrap="square">
            <a:spAutoFit/>
          </a:bodyPr>
          <a:lstStyle/>
          <a:p>
            <a:r>
              <a:rPr lang="en-IN" sz="2400" dirty="0" err="1">
                <a:solidFill>
                  <a:schemeClr val="accent1"/>
                </a:solidFill>
                <a:highlight>
                  <a:srgbClr val="FFFF00"/>
                </a:highlight>
              </a:rPr>
              <a:t>Subword</a:t>
            </a:r>
            <a:r>
              <a:rPr lang="en-IN" sz="2400" dirty="0">
                <a:solidFill>
                  <a:schemeClr val="accent1"/>
                </a:solidFill>
                <a:highlight>
                  <a:srgbClr val="FFFF00"/>
                </a:highlight>
              </a:rPr>
              <a:t> Level Tokenization</a:t>
            </a:r>
          </a:p>
        </p:txBody>
      </p:sp>
      <p:cxnSp>
        <p:nvCxnSpPr>
          <p:cNvPr id="8" name="Straight Connector 7">
            <a:extLst>
              <a:ext uri="{FF2B5EF4-FFF2-40B4-BE49-F238E27FC236}">
                <a16:creationId xmlns:a16="http://schemas.microsoft.com/office/drawing/2014/main" id="{F8365664-3E17-5074-839C-C636234C99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E4BDBBA-A889-3395-4FCC-3F5749CAFA34}"/>
              </a:ext>
            </a:extLst>
          </p:cNvPr>
          <p:cNvSpPr/>
          <p:nvPr/>
        </p:nvSpPr>
        <p:spPr>
          <a:xfrm>
            <a:off x="729118" y="1454722"/>
            <a:ext cx="9278482" cy="4093428"/>
          </a:xfrm>
          <a:prstGeom prst="rect">
            <a:avLst/>
          </a:prstGeom>
        </p:spPr>
        <p:txBody>
          <a:bodyPr wrap="square">
            <a:spAutoFit/>
          </a:bodyPr>
          <a:lstStyle/>
          <a:p>
            <a:pPr algn="just"/>
            <a:r>
              <a:rPr lang="en-IN" sz="2200" b="1" dirty="0" err="1">
                <a:latin typeface="Times New Roman" panose="02020603050405020304" pitchFamily="18" charset="0"/>
                <a:cs typeface="Times New Roman" panose="02020603050405020304" pitchFamily="18" charset="0"/>
              </a:rPr>
              <a:t>Subword</a:t>
            </a:r>
            <a:r>
              <a:rPr lang="en-IN" sz="2200" b="1" dirty="0">
                <a:latin typeface="Times New Roman" panose="02020603050405020304" pitchFamily="18" charset="0"/>
                <a:cs typeface="Times New Roman" panose="02020603050405020304" pitchFamily="18" charset="0"/>
              </a:rPr>
              <a:t>-level tokenization </a:t>
            </a:r>
            <a:r>
              <a:rPr lang="en-IN" sz="2200" dirty="0">
                <a:latin typeface="Times New Roman" panose="02020603050405020304" pitchFamily="18" charset="0"/>
                <a:cs typeface="Times New Roman" panose="02020603050405020304" pitchFamily="18" charset="0"/>
              </a:rPr>
              <a:t>strikes a balance between character and word-level approaches by splitting words into smaller units, such as prefixes, suffixes, or other meaningful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 components.</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The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-level tokenization of the sentence "low lower lowest" would be ["low", "low", "er", "low", "e", "s", "t"]. The sub-word "low" is reused across all three words, reducing vocabulary size compared to word-level tokenization.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There are three popular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 tokenization algorithms: </a:t>
            </a:r>
            <a:r>
              <a:rPr lang="en-IN" sz="2200" b="1" dirty="0">
                <a:solidFill>
                  <a:srgbClr val="FF0000"/>
                </a:solidFill>
                <a:latin typeface="Times New Roman" panose="02020603050405020304" pitchFamily="18" charset="0"/>
                <a:cs typeface="Times New Roman" panose="02020603050405020304" pitchFamily="18" charset="0"/>
              </a:rPr>
              <a:t>Byte Pair Encoding (BPE)</a:t>
            </a:r>
            <a:r>
              <a:rPr lang="en-IN" sz="2200" dirty="0">
                <a:solidFill>
                  <a:srgbClr val="FF0000"/>
                </a:solidFill>
                <a:latin typeface="Times New Roman" panose="02020603050405020304" pitchFamily="18" charset="0"/>
                <a:cs typeface="Times New Roman" panose="02020603050405020304" pitchFamily="18" charset="0"/>
              </a:rPr>
              <a:t>, </a:t>
            </a:r>
            <a:r>
              <a:rPr lang="en-IN" sz="2200" b="1" dirty="0" err="1">
                <a:solidFill>
                  <a:srgbClr val="FF0000"/>
                </a:solidFill>
                <a:latin typeface="Times New Roman" panose="02020603050405020304" pitchFamily="18" charset="0"/>
                <a:cs typeface="Times New Roman" panose="02020603050405020304" pitchFamily="18" charset="0"/>
              </a:rPr>
              <a:t>WordPiece</a:t>
            </a:r>
            <a:r>
              <a:rPr lang="en-IN" sz="2200" dirty="0">
                <a:solidFill>
                  <a:srgbClr val="FF0000"/>
                </a:solidFill>
                <a:latin typeface="Times New Roman" panose="02020603050405020304" pitchFamily="18" charset="0"/>
                <a:cs typeface="Times New Roman" panose="02020603050405020304" pitchFamily="18" charset="0"/>
              </a:rPr>
              <a:t>, and </a:t>
            </a:r>
            <a:r>
              <a:rPr lang="en-IN" sz="2200" b="1" dirty="0" err="1">
                <a:solidFill>
                  <a:srgbClr val="FF0000"/>
                </a:solidFill>
                <a:latin typeface="Times New Roman" panose="02020603050405020304" pitchFamily="18" charset="0"/>
                <a:cs typeface="Times New Roman" panose="02020603050405020304" pitchFamily="18" charset="0"/>
              </a:rPr>
              <a:t>SentencePiece</a:t>
            </a:r>
            <a:r>
              <a:rPr lang="en-IN" sz="2200" dirty="0">
                <a:latin typeface="Times New Roman" panose="02020603050405020304" pitchFamily="18" charset="0"/>
                <a:cs typeface="Times New Roman" panose="02020603050405020304" pitchFamily="18" charset="0"/>
              </a:rPr>
              <a:t>. Each algorithm employs a distinct approach to segmenting text into tokens</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0EC59F01-64EE-6E8E-C6C0-F579B04E0A2B}"/>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319857F7-8D5B-B934-8BBC-7413B015DA67}"/>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12AE1C17-8E46-49A2-6287-95EE0B649D26}"/>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603FFDB8-CBDE-F7B5-09EA-00BC889E4651}"/>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F4812F61-577D-6B05-C677-0D87FB31A7BB}"/>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0CE1CE64-F32A-974D-5113-6424ACD3C686}"/>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mc:AlternateContent xmlns:mc="http://schemas.openxmlformats.org/markup-compatibility/2006">
        <mc:Choice xmlns:p14="http://schemas.microsoft.com/office/powerpoint/2010/main" Requires="p14">
          <p:contentPart p14:bwMode="auto" r:id="rId16">
            <p14:nvContentPartPr>
              <p14:cNvPr id="2" name="Ink 1">
                <a:extLst>
                  <a:ext uri="{FF2B5EF4-FFF2-40B4-BE49-F238E27FC236}">
                    <a16:creationId xmlns:a16="http://schemas.microsoft.com/office/drawing/2014/main" id="{BD792A08-65A5-7FD7-EB09-6B04DBB07DA8}"/>
                  </a:ext>
                </a:extLst>
              </p14:cNvPr>
              <p14:cNvContentPartPr/>
              <p14:nvPr/>
            </p14:nvContentPartPr>
            <p14:xfrm>
              <a:off x="338040" y="2897280"/>
              <a:ext cx="663840" cy="630000"/>
            </p14:xfrm>
          </p:contentPart>
        </mc:Choice>
        <mc:Fallback>
          <p:pic>
            <p:nvPicPr>
              <p:cNvPr id="2" name="Ink 1">
                <a:extLst>
                  <a:ext uri="{FF2B5EF4-FFF2-40B4-BE49-F238E27FC236}">
                    <a16:creationId xmlns:a16="http://schemas.microsoft.com/office/drawing/2014/main" id="{BD792A08-65A5-7FD7-EB09-6B04DBB07DA8}"/>
                  </a:ext>
                </a:extLst>
              </p:cNvPr>
              <p:cNvPicPr/>
              <p:nvPr/>
            </p:nvPicPr>
            <p:blipFill>
              <a:blip r:embed="rId17"/>
              <a:stretch>
                <a:fillRect/>
              </a:stretch>
            </p:blipFill>
            <p:spPr>
              <a:xfrm>
                <a:off x="328680" y="2887920"/>
                <a:ext cx="682560" cy="648720"/>
              </a:xfrm>
              <a:prstGeom prst="rect">
                <a:avLst/>
              </a:prstGeom>
            </p:spPr>
          </p:pic>
        </mc:Fallback>
      </mc:AlternateContent>
    </p:spTree>
    <p:extLst>
      <p:ext uri="{BB962C8B-B14F-4D97-AF65-F5344CB8AC3E}">
        <p14:creationId xmlns:p14="http://schemas.microsoft.com/office/powerpoint/2010/main" val="611582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2DA30-8E5C-C0FC-B8F4-69C514FFB6F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520452F-9A4B-3ADF-649A-A9A6EE2B171C}"/>
              </a:ext>
            </a:extLst>
          </p:cNvPr>
          <p:cNvSpPr/>
          <p:nvPr/>
        </p:nvSpPr>
        <p:spPr>
          <a:xfrm>
            <a:off x="697028" y="691688"/>
            <a:ext cx="7332487" cy="461665"/>
          </a:xfrm>
          <a:prstGeom prst="rect">
            <a:avLst/>
          </a:prstGeom>
        </p:spPr>
        <p:txBody>
          <a:bodyPr wrap="square">
            <a:spAutoFit/>
          </a:bodyPr>
          <a:lstStyle/>
          <a:p>
            <a:r>
              <a:rPr lang="en-IN" sz="2400" dirty="0" err="1">
                <a:solidFill>
                  <a:schemeClr val="accent1"/>
                </a:solidFill>
              </a:rPr>
              <a:t>Subword</a:t>
            </a:r>
            <a:r>
              <a:rPr lang="en-IN" sz="2400" dirty="0">
                <a:solidFill>
                  <a:schemeClr val="accent1"/>
                </a:solidFill>
              </a:rPr>
              <a:t> Level Tokenization (</a:t>
            </a:r>
            <a:r>
              <a:rPr lang="en-IN" sz="2400" b="1" dirty="0">
                <a:solidFill>
                  <a:srgbClr val="FF0000"/>
                </a:solidFill>
              </a:rPr>
              <a:t>Byte Pair Encoding (BPE)</a:t>
            </a:r>
            <a:r>
              <a:rPr lang="en-IN" sz="2400" dirty="0">
                <a:solidFill>
                  <a:schemeClr val="accent1"/>
                </a:solidFill>
              </a:rPr>
              <a:t>)</a:t>
            </a:r>
          </a:p>
        </p:txBody>
      </p:sp>
      <p:cxnSp>
        <p:nvCxnSpPr>
          <p:cNvPr id="8" name="Straight Connector 7">
            <a:extLst>
              <a:ext uri="{FF2B5EF4-FFF2-40B4-BE49-F238E27FC236}">
                <a16:creationId xmlns:a16="http://schemas.microsoft.com/office/drawing/2014/main" id="{C4559CD1-C36B-BC2F-6B19-B6A41F44A445}"/>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31354221-66B7-3C05-6628-7FCC8DB57FE5}"/>
              </a:ext>
            </a:extLst>
          </p:cNvPr>
          <p:cNvSpPr/>
          <p:nvPr/>
        </p:nvSpPr>
        <p:spPr>
          <a:xfrm>
            <a:off x="729118" y="1454722"/>
            <a:ext cx="9278482" cy="4431983"/>
          </a:xfrm>
          <a:prstGeom prst="rect">
            <a:avLst/>
          </a:prstGeom>
        </p:spPr>
        <p:txBody>
          <a:bodyPr wrap="square">
            <a:spAutoFit/>
          </a:bodyPr>
          <a:lstStyle/>
          <a:p>
            <a:pPr algn="just"/>
            <a:r>
              <a:rPr lang="en-IN" sz="2200" b="1" dirty="0">
                <a:latin typeface="Times New Roman" panose="02020603050405020304" pitchFamily="18" charset="0"/>
                <a:cs typeface="Times New Roman" panose="02020603050405020304" pitchFamily="18" charset="0"/>
              </a:rPr>
              <a:t>BPE is a </a:t>
            </a:r>
            <a:r>
              <a:rPr lang="en-IN" sz="2200" b="1" dirty="0" err="1">
                <a:latin typeface="Times New Roman" panose="02020603050405020304" pitchFamily="18" charset="0"/>
                <a:cs typeface="Times New Roman" panose="02020603050405020304" pitchFamily="18" charset="0"/>
              </a:rPr>
              <a:t>subword</a:t>
            </a:r>
            <a:r>
              <a:rPr lang="en-IN" sz="2200" b="1" dirty="0">
                <a:latin typeface="Times New Roman" panose="02020603050405020304" pitchFamily="18" charset="0"/>
                <a:cs typeface="Times New Roman" panose="02020603050405020304" pitchFamily="18" charset="0"/>
              </a:rPr>
              <a:t> tokenization algorithm </a:t>
            </a:r>
            <a:r>
              <a:rPr lang="en-IN" sz="2200" dirty="0">
                <a:latin typeface="Times New Roman" panose="02020603050405020304" pitchFamily="18" charset="0"/>
                <a:cs typeface="Times New Roman" panose="02020603050405020304" pitchFamily="18" charset="0"/>
              </a:rPr>
              <a:t>that</a:t>
            </a:r>
            <a:r>
              <a:rPr lang="en-IN" sz="2200" b="1" dirty="0">
                <a:latin typeface="Times New Roman" panose="02020603050405020304" pitchFamily="18" charset="0"/>
                <a:cs typeface="Times New Roman" panose="02020603050405020304" pitchFamily="18" charset="0"/>
              </a:rPr>
              <a:t> builds a vocabulary by iteratively merging the </a:t>
            </a:r>
            <a:r>
              <a:rPr lang="en-IN" sz="2200" dirty="0">
                <a:latin typeface="Times New Roman" panose="02020603050405020304" pitchFamily="18" charset="0"/>
                <a:cs typeface="Times New Roman" panose="02020603050405020304" pitchFamily="18" charset="0"/>
              </a:rPr>
              <a:t>most frequent pairs of characters </a:t>
            </a:r>
            <a:r>
              <a:rPr lang="en-IN" sz="2200" b="1" dirty="0">
                <a:latin typeface="Times New Roman" panose="02020603050405020304" pitchFamily="18" charset="0"/>
                <a:cs typeface="Times New Roman" panose="02020603050405020304" pitchFamily="18" charset="0"/>
              </a:rPr>
              <a:t>or </a:t>
            </a:r>
            <a:r>
              <a:rPr lang="en-IN" sz="2200" b="1" dirty="0" err="1">
                <a:latin typeface="Times New Roman" panose="02020603050405020304" pitchFamily="18" charset="0"/>
                <a:cs typeface="Times New Roman" panose="02020603050405020304" pitchFamily="18" charset="0"/>
              </a:rPr>
              <a:t>subwords</a:t>
            </a:r>
            <a:r>
              <a:rPr lang="en-IN" sz="2200" b="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highlight>
                  <a:srgbClr val="FFFF00"/>
                </a:highlight>
                <a:latin typeface="Times New Roman" panose="02020603050405020304" pitchFamily="18" charset="0"/>
                <a:cs typeface="Times New Roman" panose="02020603050405020304" pitchFamily="18" charset="0"/>
              </a:rPr>
              <a:t>This approach balances tokenization </a:t>
            </a:r>
            <a:r>
              <a:rPr lang="en-IN" sz="2200" dirty="0">
                <a:latin typeface="Times New Roman" panose="02020603050405020304" pitchFamily="18" charset="0"/>
                <a:cs typeface="Times New Roman" panose="02020603050405020304" pitchFamily="18" charset="0"/>
              </a:rPr>
              <a:t>by keeping </a:t>
            </a:r>
            <a:r>
              <a:rPr lang="en-IN" sz="2200" dirty="0">
                <a:highlight>
                  <a:srgbClr val="00FFFF"/>
                </a:highlight>
                <a:latin typeface="Times New Roman" panose="02020603050405020304" pitchFamily="18" charset="0"/>
                <a:cs typeface="Times New Roman" panose="02020603050405020304" pitchFamily="18" charset="0"/>
              </a:rPr>
              <a:t>common words as whole tokens </a:t>
            </a:r>
            <a:r>
              <a:rPr lang="en-IN" sz="2200" dirty="0">
                <a:latin typeface="Times New Roman" panose="02020603050405020304" pitchFamily="18" charset="0"/>
                <a:cs typeface="Times New Roman" panose="02020603050405020304" pitchFamily="18" charset="0"/>
              </a:rPr>
              <a:t>while breaking rare words into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 tokens, </a:t>
            </a:r>
            <a:r>
              <a:rPr lang="en-IN" sz="2200" dirty="0">
                <a:highlight>
                  <a:srgbClr val="C0C0C0"/>
                </a:highlight>
                <a:latin typeface="Times New Roman" panose="02020603050405020304" pitchFamily="18" charset="0"/>
                <a:cs typeface="Times New Roman" panose="02020603050405020304" pitchFamily="18" charset="0"/>
              </a:rPr>
              <a:t>enabling models to handle unknown words efficiently without inflating the token count. </a:t>
            </a:r>
          </a:p>
          <a:p>
            <a:pPr algn="just"/>
            <a:endParaRPr lang="en-IN" sz="2200" dirty="0">
              <a:highlight>
                <a:srgbClr val="C0C0C0"/>
              </a:highlight>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First introduced for data compression, BPE was adapted for NLP by OpenAI for models like GPT.</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A key advantage of BPE is its ability to minimize or avoid </a:t>
            </a:r>
            <a:r>
              <a:rPr lang="en-IN" sz="2200" b="1" dirty="0">
                <a:latin typeface="Times New Roman" panose="02020603050405020304" pitchFamily="18" charset="0"/>
                <a:cs typeface="Times New Roman" panose="02020603050405020304" pitchFamily="18" charset="0"/>
              </a:rPr>
              <a:t>UNK (unknown) tokens</a:t>
            </a:r>
            <a:r>
              <a:rPr lang="en-IN" sz="2200" dirty="0">
                <a:latin typeface="Times New Roman" panose="02020603050405020304" pitchFamily="18" charset="0"/>
                <a:cs typeface="Times New Roman" panose="02020603050405020304" pitchFamily="18" charset="0"/>
              </a:rPr>
              <a:t>, which are detrimental to model performance. </a:t>
            </a:r>
            <a:endParaRPr lang="en-IN" sz="2200" dirty="0">
              <a:highlight>
                <a:srgbClr val="C0C0C0"/>
              </a:highlight>
              <a:latin typeface="Times New Roman" panose="02020603050405020304" pitchFamily="18" charset="0"/>
              <a:cs typeface="Times New Roman" panose="02020603050405020304" pitchFamily="18" charset="0"/>
            </a:endParaRP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D61263FC-F523-5556-57D6-A48B7FE2444A}"/>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BFD9435F-10EC-6E3C-B7B0-A12CD8177627}"/>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769D3DD4-CFCA-820D-7254-DAA0E10945DB}"/>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7055D41F-E0F6-D5A4-CBDB-251356A90386}"/>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C19A5A43-4E91-7616-582C-04126F4C5308}"/>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F8304AD1-D85D-2AE3-C223-DBC8F457EDF9}"/>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743745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41A3B-FDF5-DF3B-8568-34E117E1DC78}"/>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0C0C781A-D538-37BC-313E-AC1BBAAD5689}"/>
              </a:ext>
            </a:extLst>
          </p:cNvPr>
          <p:cNvSpPr/>
          <p:nvPr/>
        </p:nvSpPr>
        <p:spPr>
          <a:xfrm>
            <a:off x="697028" y="691688"/>
            <a:ext cx="7332487" cy="461665"/>
          </a:xfrm>
          <a:prstGeom prst="rect">
            <a:avLst/>
          </a:prstGeom>
        </p:spPr>
        <p:txBody>
          <a:bodyPr wrap="square">
            <a:spAutoFit/>
          </a:bodyPr>
          <a:lstStyle/>
          <a:p>
            <a:r>
              <a:rPr lang="en-IN" sz="2400" dirty="0" err="1">
                <a:solidFill>
                  <a:schemeClr val="accent1"/>
                </a:solidFill>
              </a:rPr>
              <a:t>Subword</a:t>
            </a:r>
            <a:r>
              <a:rPr lang="en-IN" sz="2400" dirty="0">
                <a:solidFill>
                  <a:schemeClr val="accent1"/>
                </a:solidFill>
              </a:rPr>
              <a:t> Level Tokenization (</a:t>
            </a:r>
            <a:r>
              <a:rPr lang="en-IN" sz="2400" b="1" dirty="0">
                <a:solidFill>
                  <a:srgbClr val="FF0000"/>
                </a:solidFill>
              </a:rPr>
              <a:t>Byte Pair Encoding (BPE)</a:t>
            </a:r>
            <a:r>
              <a:rPr lang="en-IN" sz="2400" dirty="0">
                <a:solidFill>
                  <a:schemeClr val="accent1"/>
                </a:solidFill>
              </a:rPr>
              <a:t>)</a:t>
            </a:r>
          </a:p>
        </p:txBody>
      </p:sp>
      <p:cxnSp>
        <p:nvCxnSpPr>
          <p:cNvPr id="8" name="Straight Connector 7">
            <a:extLst>
              <a:ext uri="{FF2B5EF4-FFF2-40B4-BE49-F238E27FC236}">
                <a16:creationId xmlns:a16="http://schemas.microsoft.com/office/drawing/2014/main" id="{6FE09603-85B8-EC37-1278-F74302DF28E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E4CA013-EADE-72A4-B7FA-03E8176F392B}"/>
              </a:ext>
            </a:extLst>
          </p:cNvPr>
          <p:cNvSpPr/>
          <p:nvPr/>
        </p:nvSpPr>
        <p:spPr>
          <a:xfrm>
            <a:off x="729118" y="1454722"/>
            <a:ext cx="9278482" cy="4770537"/>
          </a:xfrm>
          <a:prstGeom prst="rect">
            <a:avLst/>
          </a:prstGeom>
        </p:spPr>
        <p:txBody>
          <a:bodyPr wrap="square">
            <a:spAutoFit/>
          </a:bodyPr>
          <a:lstStyle/>
          <a:p>
            <a:pPr algn="just"/>
            <a:r>
              <a:rPr lang="en-IN" sz="2200" b="1" dirty="0">
                <a:latin typeface="Times New Roman" panose="02020603050405020304" pitchFamily="18" charset="0"/>
                <a:cs typeface="Times New Roman" panose="02020603050405020304" pitchFamily="18" charset="0"/>
              </a:rPr>
              <a:t>UNK</a:t>
            </a:r>
            <a:r>
              <a:rPr lang="en-IN" sz="2200" dirty="0">
                <a:latin typeface="Times New Roman" panose="02020603050405020304" pitchFamily="18" charset="0"/>
                <a:cs typeface="Times New Roman" panose="02020603050405020304" pitchFamily="18" charset="0"/>
              </a:rPr>
              <a:t> tokens occur when a word isn’t in the model’s vocabulary, leading to:</a:t>
            </a:r>
          </a:p>
          <a:p>
            <a:pPr algn="just"/>
            <a:endParaRPr lang="en-IN" sz="2200"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Loss of Information:</a:t>
            </a:r>
            <a:r>
              <a:rPr lang="en-IN" sz="2200" dirty="0">
                <a:latin typeface="Times New Roman" panose="02020603050405020304" pitchFamily="18" charset="0"/>
                <a:cs typeface="Times New Roman" panose="02020603050405020304" pitchFamily="18" charset="0"/>
              </a:rPr>
              <a:t> The model discards all context and meaning associated with the unknown word.</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Inefficient Language Representation:</a:t>
            </a:r>
            <a:r>
              <a:rPr lang="en-IN" sz="2200" dirty="0">
                <a:latin typeface="Times New Roman" panose="02020603050405020304" pitchFamily="18" charset="0"/>
                <a:cs typeface="Times New Roman" panose="02020603050405020304" pitchFamily="18" charset="0"/>
              </a:rPr>
              <a:t> Excessive UNK tokens distort the model’s understanding of the input.</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Poor Generalization:</a:t>
            </a:r>
            <a:r>
              <a:rPr lang="en-IN" sz="2200" dirty="0">
                <a:latin typeface="Times New Roman" panose="02020603050405020304" pitchFamily="18" charset="0"/>
                <a:cs typeface="Times New Roman" panose="02020603050405020304" pitchFamily="18" charset="0"/>
              </a:rPr>
              <a:t> Models struggle to generalize to unseen text when UNK tokens are prevalent.</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Degraded Downstream Performance:</a:t>
            </a:r>
            <a:r>
              <a:rPr lang="en-IN" sz="2200" dirty="0">
                <a:latin typeface="Times New Roman" panose="02020603050405020304" pitchFamily="18" charset="0"/>
                <a:cs typeface="Times New Roman" panose="02020603050405020304" pitchFamily="18" charset="0"/>
              </a:rPr>
              <a:t> Tasks like translation or summarization suffer due to misinterpretations.</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E7001CC3-9313-70EB-14C5-866F7379AA94}"/>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8A17D336-AC5F-2E0B-35D6-8726993BAC20}"/>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D3B881B3-8D15-0837-CB6D-CF139698C7D2}"/>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491CB774-77F6-7E2D-3B13-A27A3898D813}"/>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67EE28B0-274A-41DD-10BF-F9E1D038FA66}"/>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E40B6CE2-1619-5D30-2CE2-15618700C39D}"/>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988973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E5913-D3B0-B3FA-9A1B-644CF48EB6E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4F6C19FD-ECCA-AFCC-A75F-7F0FDF0138EE}"/>
              </a:ext>
            </a:extLst>
          </p:cNvPr>
          <p:cNvSpPr/>
          <p:nvPr/>
        </p:nvSpPr>
        <p:spPr>
          <a:xfrm>
            <a:off x="697028" y="691688"/>
            <a:ext cx="7332487" cy="461665"/>
          </a:xfrm>
          <a:prstGeom prst="rect">
            <a:avLst/>
          </a:prstGeom>
        </p:spPr>
        <p:txBody>
          <a:bodyPr wrap="square">
            <a:spAutoFit/>
          </a:bodyPr>
          <a:lstStyle/>
          <a:p>
            <a:r>
              <a:rPr lang="en-IN" sz="2400" dirty="0" err="1">
                <a:solidFill>
                  <a:schemeClr val="accent1"/>
                </a:solidFill>
              </a:rPr>
              <a:t>Subword</a:t>
            </a:r>
            <a:r>
              <a:rPr lang="en-IN" sz="2400" dirty="0">
                <a:solidFill>
                  <a:schemeClr val="accent1"/>
                </a:solidFill>
              </a:rPr>
              <a:t> Level Tokenization (</a:t>
            </a:r>
            <a:r>
              <a:rPr lang="en-IN" sz="2400" b="1" dirty="0">
                <a:solidFill>
                  <a:srgbClr val="FF0000"/>
                </a:solidFill>
              </a:rPr>
              <a:t>How BPE works</a:t>
            </a:r>
            <a:r>
              <a:rPr lang="en-IN" sz="2400" dirty="0">
                <a:solidFill>
                  <a:schemeClr val="accent1"/>
                </a:solidFill>
              </a:rPr>
              <a:t>)</a:t>
            </a:r>
          </a:p>
        </p:txBody>
      </p:sp>
      <p:cxnSp>
        <p:nvCxnSpPr>
          <p:cNvPr id="8" name="Straight Connector 7">
            <a:extLst>
              <a:ext uri="{FF2B5EF4-FFF2-40B4-BE49-F238E27FC236}">
                <a16:creationId xmlns:a16="http://schemas.microsoft.com/office/drawing/2014/main" id="{8DE134D8-5176-4576-364F-615BA172E7B9}"/>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F4EA518-8399-D4F3-CB8C-D76266F47B61}"/>
              </a:ext>
            </a:extLst>
          </p:cNvPr>
          <p:cNvSpPr/>
          <p:nvPr/>
        </p:nvSpPr>
        <p:spPr>
          <a:xfrm>
            <a:off x="300788" y="1261070"/>
            <a:ext cx="10086160" cy="5909310"/>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Pre-Tokenization: </a:t>
            </a:r>
            <a:r>
              <a:rPr lang="en-IN" sz="2000" dirty="0">
                <a:latin typeface="Times New Roman" panose="02020603050405020304" pitchFamily="18" charset="0"/>
                <a:cs typeface="Times New Roman" panose="02020603050405020304" pitchFamily="18" charset="0"/>
              </a:rPr>
              <a:t>first pre-tokenized into smaller units. "applied deep learning" might be split into ["applied", "deep", "learning"].</a:t>
            </a: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Initial Vocabulary:</a:t>
            </a:r>
            <a:r>
              <a:rPr lang="en-IN" sz="2000" dirty="0">
                <a:latin typeface="Times New Roman" panose="02020603050405020304" pitchFamily="18" charset="0"/>
                <a:cs typeface="Times New Roman" panose="02020603050405020304" pitchFamily="18" charset="0"/>
              </a:rPr>
              <a:t>  initial vocabulary consists of all individual characters found in the pre-tokenized words, often with a special end-of-word marker (e.g., &lt;/w&gt;). </a:t>
            </a:r>
          </a:p>
          <a:p>
            <a:pPr algn="just"/>
            <a:r>
              <a:rPr lang="en-IN" sz="2000" dirty="0">
                <a:latin typeface="Times New Roman" panose="02020603050405020304" pitchFamily="18" charset="0"/>
                <a:cs typeface="Times New Roman" panose="02020603050405020304" pitchFamily="18" charset="0"/>
              </a:rPr>
              <a:t>"deep" would initially be considered ["d", "e", "e", "p", "&lt;/w&gt;"] </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Iterative Merging:</a:t>
            </a:r>
            <a:r>
              <a:rPr lang="en-IN" sz="2000" dirty="0">
                <a:latin typeface="Times New Roman" panose="02020603050405020304" pitchFamily="18" charset="0"/>
                <a:cs typeface="Times New Roman" panose="02020603050405020304" pitchFamily="18" charset="0"/>
              </a:rPr>
              <a:t>  iteratively identifies and merges the most frequent adjacent pairs of characters or tokens. , if the pair ("e", "e") is the most frequent, it would be merged into a single token "ee". This new token is then added to the vocabulary.</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Vocabulary Update:</a:t>
            </a:r>
            <a:r>
              <a:rPr lang="en-IN" sz="2000" dirty="0">
                <a:latin typeface="Times New Roman" panose="02020603050405020304" pitchFamily="18" charset="0"/>
                <a:cs typeface="Times New Roman" panose="02020603050405020304" pitchFamily="18" charset="0"/>
              </a:rPr>
              <a:t> The merging process continues until a predefined vocabulary size is reached or no more frequent pairs can be found. Each merge operation creates a new token, which expands the vocabulary.</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Final Tokenization:</a:t>
            </a:r>
            <a:r>
              <a:rPr lang="en-IN" sz="2000" dirty="0">
                <a:latin typeface="Times New Roman" panose="02020603050405020304" pitchFamily="18" charset="0"/>
                <a:cs typeface="Times New Roman" panose="02020603050405020304" pitchFamily="18" charset="0"/>
              </a:rPr>
              <a:t> Once the vocabulary is finalized, the text is tokenized using the learned </a:t>
            </a:r>
            <a:r>
              <a:rPr lang="en-IN" sz="2000" dirty="0" err="1">
                <a:latin typeface="Times New Roman" panose="02020603050405020304" pitchFamily="18" charset="0"/>
                <a:cs typeface="Times New Roman" panose="02020603050405020304" pitchFamily="18" charset="0"/>
              </a:rPr>
              <a:t>subword</a:t>
            </a:r>
            <a:r>
              <a:rPr lang="en-IN" sz="2000" dirty="0">
                <a:latin typeface="Times New Roman" panose="02020603050405020304" pitchFamily="18" charset="0"/>
                <a:cs typeface="Times New Roman" panose="02020603050405020304" pitchFamily="18" charset="0"/>
              </a:rPr>
              <a:t> units, breaking down words into the largest possible </a:t>
            </a:r>
            <a:r>
              <a:rPr lang="en-IN" sz="2000" dirty="0" err="1">
                <a:latin typeface="Times New Roman" panose="02020603050405020304" pitchFamily="18" charset="0"/>
                <a:cs typeface="Times New Roman" panose="02020603050405020304" pitchFamily="18" charset="0"/>
              </a:rPr>
              <a:t>subword</a:t>
            </a:r>
            <a:r>
              <a:rPr lang="en-IN" sz="2000" dirty="0">
                <a:latin typeface="Times New Roman" panose="02020603050405020304" pitchFamily="18" charset="0"/>
                <a:cs typeface="Times New Roman" panose="02020603050405020304" pitchFamily="18" charset="0"/>
              </a:rPr>
              <a:t> tokens present in the vocabulary.</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8BCB4185-6569-FAD3-DFBD-079E016BAB67}"/>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C556FB90-5F8F-C730-DF86-9BB606722479}"/>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03923A3B-745E-1A3D-B96E-D867950F08D8}"/>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2B55F241-2D2B-823E-D262-885C328BEBC6}"/>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8BDCF3E1-DC79-4AAC-3F17-263466CE2F7B}"/>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3E15512A-946B-BAD4-779D-9E6BC5D117DF}"/>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mc:AlternateContent xmlns:mc="http://schemas.openxmlformats.org/markup-compatibility/2006">
        <mc:Choice xmlns:p14="http://schemas.microsoft.com/office/powerpoint/2010/main" Requires="p14">
          <p:contentPart p14:bwMode="auto" r:id="rId16">
            <p14:nvContentPartPr>
              <p14:cNvPr id="2" name="Ink 1">
                <a:extLst>
                  <a:ext uri="{FF2B5EF4-FFF2-40B4-BE49-F238E27FC236}">
                    <a16:creationId xmlns:a16="http://schemas.microsoft.com/office/drawing/2014/main" id="{83D6FE62-6146-3262-4C0A-31DB47D18208}"/>
                  </a:ext>
                </a:extLst>
              </p14:cNvPr>
              <p14:cNvContentPartPr/>
              <p14:nvPr/>
            </p14:nvContentPartPr>
            <p14:xfrm>
              <a:off x="4958280" y="6441480"/>
              <a:ext cx="3134160" cy="171000"/>
            </p14:xfrm>
          </p:contentPart>
        </mc:Choice>
        <mc:Fallback>
          <p:pic>
            <p:nvPicPr>
              <p:cNvPr id="2" name="Ink 1">
                <a:extLst>
                  <a:ext uri="{FF2B5EF4-FFF2-40B4-BE49-F238E27FC236}">
                    <a16:creationId xmlns:a16="http://schemas.microsoft.com/office/drawing/2014/main" id="{83D6FE62-6146-3262-4C0A-31DB47D18208}"/>
                  </a:ext>
                </a:extLst>
              </p:cNvPr>
              <p:cNvPicPr/>
              <p:nvPr/>
            </p:nvPicPr>
            <p:blipFill>
              <a:blip r:embed="rId17"/>
              <a:stretch>
                <a:fillRect/>
              </a:stretch>
            </p:blipFill>
            <p:spPr>
              <a:xfrm>
                <a:off x="4948920" y="6432120"/>
                <a:ext cx="3152880" cy="189720"/>
              </a:xfrm>
              <a:prstGeom prst="rect">
                <a:avLst/>
              </a:prstGeom>
            </p:spPr>
          </p:pic>
        </mc:Fallback>
      </mc:AlternateContent>
    </p:spTree>
    <p:extLst>
      <p:ext uri="{BB962C8B-B14F-4D97-AF65-F5344CB8AC3E}">
        <p14:creationId xmlns:p14="http://schemas.microsoft.com/office/powerpoint/2010/main" val="91513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D04BE-EC95-4F48-4A5F-418BEF2025EE}"/>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F128F6AF-3C3C-DCBE-FEA3-767152B8CA77}"/>
              </a:ext>
            </a:extLst>
          </p:cNvPr>
          <p:cNvSpPr/>
          <p:nvPr/>
        </p:nvSpPr>
        <p:spPr>
          <a:xfrm>
            <a:off x="697028" y="691688"/>
            <a:ext cx="7332487" cy="461665"/>
          </a:xfrm>
          <a:prstGeom prst="rect">
            <a:avLst/>
          </a:prstGeom>
        </p:spPr>
        <p:txBody>
          <a:bodyPr wrap="square">
            <a:spAutoFit/>
          </a:bodyPr>
          <a:lstStyle/>
          <a:p>
            <a:r>
              <a:rPr lang="en-IN" sz="2400" dirty="0" err="1">
                <a:solidFill>
                  <a:schemeClr val="accent1"/>
                </a:solidFill>
              </a:rPr>
              <a:t>Subword</a:t>
            </a:r>
            <a:r>
              <a:rPr lang="en-IN" sz="2400" dirty="0">
                <a:solidFill>
                  <a:schemeClr val="accent1"/>
                </a:solidFill>
              </a:rPr>
              <a:t> Level Tokenization (</a:t>
            </a:r>
            <a:r>
              <a:rPr lang="en-IN" sz="2400" b="1" dirty="0">
                <a:solidFill>
                  <a:srgbClr val="FF0000"/>
                </a:solidFill>
              </a:rPr>
              <a:t>How BPE works - Example</a:t>
            </a:r>
            <a:r>
              <a:rPr lang="en-IN" sz="2400" dirty="0">
                <a:solidFill>
                  <a:schemeClr val="accent1"/>
                </a:solidFill>
              </a:rPr>
              <a:t>)</a:t>
            </a:r>
          </a:p>
        </p:txBody>
      </p:sp>
      <p:cxnSp>
        <p:nvCxnSpPr>
          <p:cNvPr id="8" name="Straight Connector 7">
            <a:extLst>
              <a:ext uri="{FF2B5EF4-FFF2-40B4-BE49-F238E27FC236}">
                <a16:creationId xmlns:a16="http://schemas.microsoft.com/office/drawing/2014/main" id="{E1526F23-7602-F2B7-7E32-C37BBBC34F8C}"/>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5FA35E2-6B8D-14A4-B225-BF72249D971A}"/>
              </a:ext>
            </a:extLst>
          </p:cNvPr>
          <p:cNvSpPr/>
          <p:nvPr/>
        </p:nvSpPr>
        <p:spPr>
          <a:xfrm>
            <a:off x="300789" y="1261070"/>
            <a:ext cx="5795212" cy="5909310"/>
          </a:xfrm>
          <a:prstGeom prst="rect">
            <a:avLst/>
          </a:prstGeom>
        </p:spPr>
        <p:txBody>
          <a:bodyPr wrap="square">
            <a:spAutoFit/>
          </a:bodyPr>
          <a:lstStyle/>
          <a:p>
            <a:r>
              <a:rPr lang="en-IN" b="1" dirty="0"/>
              <a:t>Input text:</a:t>
            </a:r>
            <a:r>
              <a:rPr lang="en-IN" dirty="0"/>
              <a:t> "low lower lowest”</a:t>
            </a:r>
          </a:p>
          <a:p>
            <a:r>
              <a:rPr lang="en-IN" b="1" dirty="0">
                <a:latin typeface="Times New Roman" panose="02020603050405020304" pitchFamily="18" charset="0"/>
                <a:cs typeface="Times New Roman" panose="02020603050405020304" pitchFamily="18" charset="0"/>
              </a:rPr>
              <a:t>Pre-Tokenization </a:t>
            </a:r>
            <a:r>
              <a:rPr lang="en-IN" b="1" dirty="0"/>
              <a:t>(with end-of-word markers) </a:t>
            </a:r>
            <a:r>
              <a:rPr lang="en-IN" b="1" dirty="0">
                <a:latin typeface="Times New Roman" panose="02020603050405020304" pitchFamily="18" charset="0"/>
                <a:cs typeface="Times New Roman" panose="02020603050405020304" pitchFamily="18" charset="0"/>
              </a:rPr>
              <a:t>: Initial Vocabulary: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 </a:t>
            </a:r>
            <a:r>
              <a:rPr lang="en-IN" dirty="0"/>
              <a:t>["l", "o", "w", "&lt;/w&gt;", "l", "o", "w", "e", "r", "&lt;/w&gt;", "l", "o", "w", "e", "s", "t", "&lt;/w&gt;"] (conceptual representation)</a:t>
            </a:r>
          </a:p>
          <a:p>
            <a:r>
              <a:rPr lang="en-IN" b="1" dirty="0">
                <a:latin typeface="Times New Roman" panose="02020603050405020304" pitchFamily="18" charset="0"/>
                <a:cs typeface="Times New Roman" panose="02020603050405020304" pitchFamily="18" charset="0"/>
              </a:rPr>
              <a:t>Iterative Merging:</a:t>
            </a:r>
            <a:r>
              <a:rPr lang="en-IN" dirty="0">
                <a:latin typeface="Times New Roman" panose="02020603050405020304" pitchFamily="18" charset="0"/>
                <a:cs typeface="Times New Roman" panose="02020603050405020304" pitchFamily="18" charset="0"/>
              </a:rPr>
              <a:t> </a:t>
            </a:r>
            <a:r>
              <a:rPr lang="en-IN" b="1" dirty="0"/>
              <a:t> Count character pair frequencies across all words</a:t>
            </a:r>
            <a:endParaRPr lang="en-IN" dirty="0"/>
          </a:p>
          <a:p>
            <a:pPr lvl="0"/>
            <a:r>
              <a:rPr lang="en-IN" dirty="0"/>
              <a:t>("l", "o"): 3 occurrences (from “low”, “lower”, “lowest”)</a:t>
            </a:r>
          </a:p>
          <a:p>
            <a:pPr lvl="0"/>
            <a:r>
              <a:rPr lang="en-IN" dirty="0"/>
              <a:t>("o", "w"): 3 occurrences</a:t>
            </a:r>
          </a:p>
          <a:p>
            <a:pPr lvl="0"/>
            <a:r>
              <a:rPr lang="en-IN" dirty="0"/>
              <a:t>("e", "r"): 1 occurrence</a:t>
            </a:r>
          </a:p>
          <a:p>
            <a:pPr lvl="0"/>
            <a:r>
              <a:rPr lang="en-IN" dirty="0"/>
              <a:t>("e", "s"): 1 occurrence</a:t>
            </a:r>
          </a:p>
          <a:p>
            <a:pPr lvl="0"/>
            <a:r>
              <a:rPr lang="en-IN" dirty="0"/>
              <a:t>…and so on.</a:t>
            </a:r>
          </a:p>
          <a:p>
            <a:r>
              <a:rPr lang="en-IN" b="1" dirty="0"/>
              <a:t>Most frequent pair:</a:t>
            </a:r>
            <a:r>
              <a:rPr lang="en-IN" dirty="0"/>
              <a:t> ("l", "o") (3 occurrences)</a:t>
            </a:r>
          </a:p>
          <a:p>
            <a:r>
              <a:rPr lang="en-IN" b="1" dirty="0">
                <a:latin typeface="Times New Roman" panose="02020603050405020304" pitchFamily="18" charset="0"/>
                <a:cs typeface="Times New Roman" panose="02020603050405020304" pitchFamily="18" charset="0"/>
              </a:rPr>
              <a:t>Vocabulary Update:</a:t>
            </a:r>
            <a:r>
              <a:rPr lang="en-IN" dirty="0">
                <a:latin typeface="Times New Roman" panose="02020603050405020304" pitchFamily="18" charset="0"/>
                <a:cs typeface="Times New Roman" panose="02020603050405020304" pitchFamily="18" charset="0"/>
              </a:rPr>
              <a:t> </a:t>
            </a:r>
            <a:r>
              <a:rPr lang="en-IN" b="1" dirty="0"/>
              <a:t>Step 3: Merge most frequent pair</a:t>
            </a:r>
            <a:br>
              <a:rPr lang="en-IN" dirty="0"/>
            </a:br>
            <a:r>
              <a:rPr lang="en-IN" dirty="0"/>
              <a:t>New token: "lo"</a:t>
            </a:r>
            <a:br>
              <a:rPr lang="en-IN" dirty="0"/>
            </a:br>
            <a:r>
              <a:rPr lang="en-IN" dirty="0"/>
              <a:t>Current tokens:</a:t>
            </a:r>
          </a:p>
          <a:p>
            <a:r>
              <a:rPr lang="en-IN" dirty="0"/>
              <a:t>["lo", "w", "&lt;/w&gt;", "lo", "w", "e", "r", "&lt;/w&gt;", "lo", "w", "e", "s", "t", "&lt;/w&gt;"]</a:t>
            </a:r>
          </a:p>
          <a:p>
            <a:r>
              <a:rPr lang="en-IN" b="1" dirty="0"/>
              <a:t>Step 4: Count pair frequencies again</a:t>
            </a:r>
            <a:br>
              <a:rPr lang="en-IN" dirty="0"/>
            </a:br>
            <a:r>
              <a:rPr lang="en-IN" b="1" dirty="0"/>
              <a:t>Most frequent pair: </a:t>
            </a:r>
            <a:r>
              <a:rPr lang="en-IN" dirty="0"/>
              <a:t>("lo", "w") (3 occurrences)</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6BE025CC-7031-5EF1-26FD-4B9A6BB943D6}"/>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AE483DE4-FB0C-0190-7953-7E03CC558DE0}"/>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E6FA4D13-1988-DB83-1C32-456D946079DD}"/>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B973F430-1B38-9458-F867-E8CBFFAAC481}"/>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53213C1C-D387-654F-D602-9485517CA15B}"/>
              </a:ext>
            </a:extLst>
          </p:cNvPr>
          <p:cNvPicPr/>
          <p:nvPr/>
        </p:nvPicPr>
        <p:blipFill>
          <a:blip r:embed="rId15" cstate="print"/>
          <a:stretch>
            <a:fillRect/>
          </a:stretch>
        </p:blipFill>
        <p:spPr>
          <a:xfrm>
            <a:off x="11226010" y="62118"/>
            <a:ext cx="870585" cy="1378458"/>
          </a:xfrm>
          <a:prstGeom prst="rect">
            <a:avLst/>
          </a:prstGeom>
        </p:spPr>
      </p:pic>
      <p:sp>
        <p:nvSpPr>
          <p:cNvPr id="4" name="Rectangle 3">
            <a:extLst>
              <a:ext uri="{FF2B5EF4-FFF2-40B4-BE49-F238E27FC236}">
                <a16:creationId xmlns:a16="http://schemas.microsoft.com/office/drawing/2014/main" id="{AD9C5DDD-42FD-4B12-0E96-E0FB82F626D3}"/>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2" name="Rectangle 1">
            <a:extLst>
              <a:ext uri="{FF2B5EF4-FFF2-40B4-BE49-F238E27FC236}">
                <a16:creationId xmlns:a16="http://schemas.microsoft.com/office/drawing/2014/main" id="{797CE1F9-5694-67A6-4237-17CC55037CF8}"/>
              </a:ext>
            </a:extLst>
          </p:cNvPr>
          <p:cNvSpPr/>
          <p:nvPr/>
        </p:nvSpPr>
        <p:spPr>
          <a:xfrm>
            <a:off x="6188037" y="1533236"/>
            <a:ext cx="5874083" cy="6771084"/>
          </a:xfrm>
          <a:prstGeom prst="rect">
            <a:avLst/>
          </a:prstGeom>
        </p:spPr>
        <p:txBody>
          <a:bodyPr wrap="square">
            <a:spAutoFit/>
          </a:bodyPr>
          <a:lstStyle/>
          <a:p>
            <a:r>
              <a:rPr lang="en-IN" b="1" dirty="0"/>
              <a:t>Step 5: Merge most frequent pair</a:t>
            </a:r>
            <a:br>
              <a:rPr lang="en-IN" dirty="0"/>
            </a:br>
            <a:r>
              <a:rPr lang="en-IN" dirty="0"/>
              <a:t>New token: "low"</a:t>
            </a:r>
            <a:br>
              <a:rPr lang="en-IN" dirty="0"/>
            </a:br>
            <a:r>
              <a:rPr lang="en-IN" dirty="0"/>
              <a:t>Current tokens:</a:t>
            </a:r>
          </a:p>
          <a:p>
            <a:r>
              <a:rPr lang="en-IN" dirty="0"/>
              <a:t>["low", "&lt;/w&gt;", "low", "e", "r", "&lt;/w&gt;", "low", "e", "s", "t", "&lt;/w&gt;"]</a:t>
            </a:r>
          </a:p>
          <a:p>
            <a:r>
              <a:rPr lang="en-IN" b="1" dirty="0"/>
              <a:t>Step 6: Count pair frequencies again</a:t>
            </a:r>
            <a:endParaRPr lang="en-IN" dirty="0"/>
          </a:p>
          <a:p>
            <a:pPr lvl="0"/>
            <a:r>
              <a:rPr lang="en-IN" dirty="0"/>
              <a:t>("e", "r"): 1 occurrence</a:t>
            </a:r>
          </a:p>
          <a:p>
            <a:pPr lvl="0"/>
            <a:r>
              <a:rPr lang="en-IN" dirty="0"/>
              <a:t>("e", "s"): 1 occurrence</a:t>
            </a:r>
          </a:p>
          <a:p>
            <a:pPr lvl="0"/>
            <a:r>
              <a:rPr lang="en-IN" dirty="0"/>
              <a:t>… (assuming no other pair is more frequent)</a:t>
            </a:r>
          </a:p>
          <a:p>
            <a:r>
              <a:rPr lang="en-IN" dirty="0"/>
              <a:t>Let’s choose ("e", "r") arbitrarily (or based on global frequency if it were tied with other pairs across all words).</a:t>
            </a:r>
          </a:p>
          <a:p>
            <a:r>
              <a:rPr lang="en-IN" b="1" dirty="0"/>
              <a:t>Step 7: Merge chosen pair</a:t>
            </a:r>
            <a:br>
              <a:rPr lang="en-IN" dirty="0"/>
            </a:br>
            <a:r>
              <a:rPr lang="en-IN" dirty="0"/>
              <a:t>New token: "er"</a:t>
            </a:r>
            <a:br>
              <a:rPr lang="en-IN" dirty="0"/>
            </a:br>
            <a:r>
              <a:rPr lang="en-IN" dirty="0"/>
              <a:t>Current tokens:</a:t>
            </a:r>
          </a:p>
          <a:p>
            <a:r>
              <a:rPr lang="en-IN" dirty="0"/>
              <a:t>["low", "&lt;/w&gt;", "low", "er", "&lt;/w&gt;", "low", "e", "s", "t", "&lt;/w&gt;"]</a:t>
            </a:r>
          </a:p>
          <a:p>
            <a:r>
              <a:rPr lang="en-IN" b="1" dirty="0">
                <a:latin typeface="Times New Roman" panose="02020603050405020304" pitchFamily="18" charset="0"/>
                <a:cs typeface="Times New Roman" panose="02020603050405020304" pitchFamily="18" charset="0"/>
              </a:rPr>
              <a:t>Final Tokenization:</a:t>
            </a:r>
            <a:r>
              <a:rPr lang="en-IN" dirty="0">
                <a:latin typeface="Times New Roman" panose="02020603050405020304" pitchFamily="18" charset="0"/>
                <a:cs typeface="Times New Roman" panose="02020603050405020304" pitchFamily="18" charset="0"/>
              </a:rPr>
              <a:t> </a:t>
            </a:r>
            <a:r>
              <a:rPr lang="en-IN" dirty="0"/>
              <a:t>The actual tokens generated</a:t>
            </a:r>
          </a:p>
          <a:p>
            <a:r>
              <a:rPr lang="en-IN" dirty="0"/>
              <a:t>["low&lt;/w&gt;", "low", "er&lt;/w&gt;", "low", "e", "s", "t&lt;/w&gt;"]</a:t>
            </a:r>
          </a:p>
          <a:p>
            <a:endParaRPr lang="en-IN" dirty="0"/>
          </a:p>
          <a:p>
            <a:endParaRPr lang="en-IN" dirty="0"/>
          </a:p>
          <a:p>
            <a:endParaRPr lang="en-IN" dirty="0"/>
          </a:p>
          <a:p>
            <a:endParaRPr lang="en-IN" dirty="0"/>
          </a:p>
          <a:p>
            <a:pPr algn="just"/>
            <a:endParaRPr lang="en-IN"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464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4" end="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2">
                                            <p:txEl>
                                              <p:pRg st="9" end="9"/>
                                            </p:txEl>
                                          </p:spTgt>
                                        </p:tgtEl>
                                        <p:attrNameLst>
                                          <p:attrName>style.visibility</p:attrName>
                                        </p:attrNameLst>
                                      </p:cBhvr>
                                      <p:to>
                                        <p:strVal val="visible"/>
                                      </p:to>
                                    </p:set>
                                    <p:animEffect transition="in" filter="barn(inVertical)">
                                      <p:cBhvr>
                                        <p:cTn id="59" dur="500"/>
                                        <p:tgtEl>
                                          <p:spTgt spid="2">
                                            <p:txEl>
                                              <p:pRg st="9" end="9"/>
                                            </p:txEl>
                                          </p:spTgt>
                                        </p:tgtEl>
                                      </p:cBhvr>
                                    </p:animEffect>
                                  </p:childTnLst>
                                </p:cTn>
                              </p:par>
                              <p:par>
                                <p:cTn id="60" presetID="16" presetClass="entr" presetSubtype="21" fill="hold" nodeType="withEffect">
                                  <p:stCondLst>
                                    <p:cond delay="0"/>
                                  </p:stCondLst>
                                  <p:childTnLst>
                                    <p:set>
                                      <p:cBhvr>
                                        <p:cTn id="61" dur="1" fill="hold">
                                          <p:stCondLst>
                                            <p:cond delay="0"/>
                                          </p:stCondLst>
                                        </p:cTn>
                                        <p:tgtEl>
                                          <p:spTgt spid="2">
                                            <p:txEl>
                                              <p:pRg st="10" end="10"/>
                                            </p:txEl>
                                          </p:spTgt>
                                        </p:tgtEl>
                                        <p:attrNameLst>
                                          <p:attrName>style.visibility</p:attrName>
                                        </p:attrNameLst>
                                      </p:cBhvr>
                                      <p:to>
                                        <p:strVal val="visible"/>
                                      </p:to>
                                    </p:set>
                                    <p:animEffect transition="in" filter="barn(inVertical)">
                                      <p:cBhvr>
                                        <p:cTn id="6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8FBD7-6E03-15D2-4CC3-D600587C78F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8214B087-E342-5DE4-BEAD-B8E3AF9A66BA}"/>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Strengths of BPE</a:t>
            </a:r>
          </a:p>
        </p:txBody>
      </p:sp>
      <p:cxnSp>
        <p:nvCxnSpPr>
          <p:cNvPr id="8" name="Straight Connector 7">
            <a:extLst>
              <a:ext uri="{FF2B5EF4-FFF2-40B4-BE49-F238E27FC236}">
                <a16:creationId xmlns:a16="http://schemas.microsoft.com/office/drawing/2014/main" id="{6B8B2E78-6ADC-64E3-C2F5-642C864D935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7298342B-864A-ECBF-30DF-6C8EFE4BF498}"/>
              </a:ext>
            </a:extLst>
          </p:cNvPr>
          <p:cNvSpPr/>
          <p:nvPr/>
        </p:nvSpPr>
        <p:spPr>
          <a:xfrm>
            <a:off x="729118" y="1454722"/>
            <a:ext cx="9278482" cy="3077766"/>
          </a:xfrm>
          <a:prstGeom prst="rect">
            <a:avLst/>
          </a:prstGeom>
        </p:spPr>
        <p:txBody>
          <a:bodyPr wrap="square">
            <a:spAutoFit/>
          </a:bodyPr>
          <a:lstStyle/>
          <a:p>
            <a:pPr lvl="0" algn="just"/>
            <a:r>
              <a:rPr lang="en-IN" sz="2200" b="1" dirty="0">
                <a:latin typeface="Times New Roman" panose="02020603050405020304" pitchFamily="18" charset="0"/>
                <a:cs typeface="Times New Roman" panose="02020603050405020304" pitchFamily="18" charset="0"/>
              </a:rPr>
              <a:t>Handles OOV Words:</a:t>
            </a:r>
            <a:r>
              <a:rPr lang="en-IN" sz="2200" dirty="0">
                <a:latin typeface="Times New Roman" panose="02020603050405020304" pitchFamily="18" charset="0"/>
                <a:cs typeface="Times New Roman" panose="02020603050405020304" pitchFamily="18" charset="0"/>
              </a:rPr>
              <a:t> Effectively breaks down rare or unknown words into known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 units.</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Adaptive Vocabulary:</a:t>
            </a:r>
            <a:r>
              <a:rPr lang="en-IN" sz="2200" dirty="0">
                <a:latin typeface="Times New Roman" panose="02020603050405020304" pitchFamily="18" charset="0"/>
                <a:cs typeface="Times New Roman" panose="02020603050405020304" pitchFamily="18" charset="0"/>
              </a:rPr>
              <a:t> The vocabulary is learned directly from the training data, adapting to different languages and domains.</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Variable Token Length:</a:t>
            </a:r>
            <a:r>
              <a:rPr lang="en-IN" sz="2200" dirty="0">
                <a:latin typeface="Times New Roman" panose="02020603050405020304" pitchFamily="18" charset="0"/>
                <a:cs typeface="Times New Roman" panose="02020603050405020304" pitchFamily="18" charset="0"/>
              </a:rPr>
              <a:t> Creates tokens of varying lengths, balancing between character and word units.</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1FCFAAD9-5D91-DE9A-5678-D73BC421E594}"/>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CF19B6FE-CCE3-AAD6-60C4-B9D5AC854851}"/>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3A011D9B-DD5F-CFB3-D641-046F0139C6BD}"/>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C1759AB0-8F95-66C9-983B-3FF467270B0D}"/>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2BE2C28F-3040-B700-8733-D268E164FDB1}"/>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0F73E00F-7A38-38A6-ED2D-9E00B23A1406}"/>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2" name="Rectangle 1">
            <a:extLst>
              <a:ext uri="{FF2B5EF4-FFF2-40B4-BE49-F238E27FC236}">
                <a16:creationId xmlns:a16="http://schemas.microsoft.com/office/drawing/2014/main" id="{A3A8F1AB-E111-053D-DFA3-3FE4EAF02340}"/>
              </a:ext>
            </a:extLst>
          </p:cNvPr>
          <p:cNvSpPr/>
          <p:nvPr/>
        </p:nvSpPr>
        <p:spPr>
          <a:xfrm>
            <a:off x="633929" y="4257193"/>
            <a:ext cx="7332487" cy="461665"/>
          </a:xfrm>
          <a:prstGeom prst="rect">
            <a:avLst/>
          </a:prstGeom>
        </p:spPr>
        <p:txBody>
          <a:bodyPr wrap="square">
            <a:spAutoFit/>
          </a:bodyPr>
          <a:lstStyle/>
          <a:p>
            <a:r>
              <a:rPr lang="en-IN" sz="2400" dirty="0">
                <a:solidFill>
                  <a:schemeClr val="accent1"/>
                </a:solidFill>
              </a:rPr>
              <a:t>Limitations of BPE</a:t>
            </a:r>
          </a:p>
        </p:txBody>
      </p:sp>
      <p:sp>
        <p:nvSpPr>
          <p:cNvPr id="6" name="Rectangle 5">
            <a:extLst>
              <a:ext uri="{FF2B5EF4-FFF2-40B4-BE49-F238E27FC236}">
                <a16:creationId xmlns:a16="http://schemas.microsoft.com/office/drawing/2014/main" id="{AF3C9FE4-2816-9B4B-CA28-5E076EB5E0C0}"/>
              </a:ext>
            </a:extLst>
          </p:cNvPr>
          <p:cNvSpPr/>
          <p:nvPr/>
        </p:nvSpPr>
        <p:spPr>
          <a:xfrm>
            <a:off x="881518" y="4748916"/>
            <a:ext cx="9278482" cy="2400657"/>
          </a:xfrm>
          <a:prstGeom prst="rect">
            <a:avLst/>
          </a:prstGeom>
        </p:spPr>
        <p:txBody>
          <a:bodyPr wrap="square">
            <a:spAutoFit/>
          </a:bodyPr>
          <a:lstStyle/>
          <a:p>
            <a:pPr lvl="0" algn="just"/>
            <a:r>
              <a:rPr lang="en-IN" sz="2200" b="1" dirty="0">
                <a:latin typeface="Times New Roman" panose="02020603050405020304" pitchFamily="18" charset="0"/>
                <a:cs typeface="Times New Roman" panose="02020603050405020304" pitchFamily="18" charset="0"/>
              </a:rPr>
              <a:t>Requires Pre-tokenization:</a:t>
            </a:r>
            <a:r>
              <a:rPr lang="en-IN" sz="2200" dirty="0">
                <a:latin typeface="Times New Roman" panose="02020603050405020304" pitchFamily="18" charset="0"/>
                <a:cs typeface="Times New Roman" panose="02020603050405020304" pitchFamily="18" charset="0"/>
              </a:rPr>
              <a:t> Relies on initial splitting into “words” (e.g., by spaces), which can be challenging for languages without clear word boundaries (e.g., Chinese or Japanese).</a:t>
            </a:r>
          </a:p>
          <a:p>
            <a:pPr lvl="0" algn="just"/>
            <a:endParaRPr lang="en-IN" sz="2200"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Greedy Merging:</a:t>
            </a:r>
            <a:r>
              <a:rPr lang="en-IN" sz="2200" dirty="0">
                <a:latin typeface="Times New Roman" panose="02020603050405020304" pitchFamily="18" charset="0"/>
                <a:cs typeface="Times New Roman" panose="02020603050405020304" pitchFamily="18" charset="0"/>
              </a:rPr>
              <a:t> The greedy nature of merging the most frequent pairs might not always lead to the most semantically optimal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 units.</a:t>
            </a:r>
          </a:p>
          <a:p>
            <a:endParaRPr lang="en-US" dirty="0"/>
          </a:p>
        </p:txBody>
      </p:sp>
    </p:spTree>
    <p:extLst>
      <p:ext uri="{BB962C8B-B14F-4D97-AF65-F5344CB8AC3E}">
        <p14:creationId xmlns:p14="http://schemas.microsoft.com/office/powerpoint/2010/main" val="4129029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6D100-EA2D-A3AA-13EB-47CDEFF838B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2B53B52-FB0F-F8DD-FC52-0D81E4CA5C0D}"/>
              </a:ext>
            </a:extLst>
          </p:cNvPr>
          <p:cNvSpPr/>
          <p:nvPr/>
        </p:nvSpPr>
        <p:spPr>
          <a:xfrm>
            <a:off x="697028" y="691688"/>
            <a:ext cx="7332487" cy="461665"/>
          </a:xfrm>
          <a:prstGeom prst="rect">
            <a:avLst/>
          </a:prstGeom>
        </p:spPr>
        <p:txBody>
          <a:bodyPr wrap="square">
            <a:spAutoFit/>
          </a:bodyPr>
          <a:lstStyle/>
          <a:p>
            <a:r>
              <a:rPr lang="en-IN" sz="2400" dirty="0" err="1">
                <a:solidFill>
                  <a:schemeClr val="accent1"/>
                </a:solidFill>
              </a:rPr>
              <a:t>Subword</a:t>
            </a:r>
            <a:r>
              <a:rPr lang="en-IN" sz="2400" dirty="0">
                <a:solidFill>
                  <a:schemeClr val="accent1"/>
                </a:solidFill>
              </a:rPr>
              <a:t> Level Tokenization (</a:t>
            </a:r>
            <a:r>
              <a:rPr lang="en-IN" sz="2400" b="1" dirty="0" err="1">
                <a:solidFill>
                  <a:srgbClr val="FF0000"/>
                </a:solidFill>
                <a:highlight>
                  <a:srgbClr val="FFFF00"/>
                </a:highlight>
              </a:rPr>
              <a:t>Wordpiece</a:t>
            </a:r>
            <a:r>
              <a:rPr lang="en-IN" sz="2400" b="1" dirty="0">
                <a:solidFill>
                  <a:srgbClr val="FF0000"/>
                </a:solidFill>
                <a:highlight>
                  <a:srgbClr val="FFFF00"/>
                </a:highlight>
              </a:rPr>
              <a:t> Tokenization</a:t>
            </a:r>
            <a:r>
              <a:rPr lang="en-IN" sz="2400" dirty="0">
                <a:solidFill>
                  <a:schemeClr val="accent1"/>
                </a:solidFill>
              </a:rPr>
              <a:t>)</a:t>
            </a:r>
          </a:p>
        </p:txBody>
      </p:sp>
      <p:cxnSp>
        <p:nvCxnSpPr>
          <p:cNvPr id="8" name="Straight Connector 7">
            <a:extLst>
              <a:ext uri="{FF2B5EF4-FFF2-40B4-BE49-F238E27FC236}">
                <a16:creationId xmlns:a16="http://schemas.microsoft.com/office/drawing/2014/main" id="{C5A045F8-5EA1-E35B-F418-F4BB7F9A3383}"/>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6F7CC7E-180C-A3E1-81A3-55E813BABE44}"/>
              </a:ext>
            </a:extLst>
          </p:cNvPr>
          <p:cNvSpPr/>
          <p:nvPr/>
        </p:nvSpPr>
        <p:spPr>
          <a:xfrm>
            <a:off x="300788" y="1261070"/>
            <a:ext cx="9920171" cy="2739211"/>
          </a:xfrm>
          <a:prstGeom prst="rect">
            <a:avLst/>
          </a:prstGeom>
        </p:spPr>
        <p:txBody>
          <a:bodyPr wrap="square">
            <a:spAutoFit/>
          </a:bodyPr>
          <a:lstStyle/>
          <a:p>
            <a:pPr algn="just"/>
            <a:r>
              <a:rPr lang="en-IN" sz="2200" b="1" dirty="0" err="1">
                <a:latin typeface="Times New Roman" panose="02020603050405020304" pitchFamily="18" charset="0"/>
                <a:cs typeface="Times New Roman" panose="02020603050405020304" pitchFamily="18" charset="0"/>
              </a:rPr>
              <a:t>WordPiece</a:t>
            </a:r>
            <a:r>
              <a:rPr lang="en-IN" sz="2200" b="1" dirty="0">
                <a:latin typeface="Times New Roman" panose="02020603050405020304" pitchFamily="18" charset="0"/>
                <a:cs typeface="Times New Roman" panose="02020603050405020304" pitchFamily="18" charset="0"/>
              </a:rPr>
              <a:t> is a </a:t>
            </a:r>
            <a:r>
              <a:rPr lang="en-IN" sz="2200" b="1" dirty="0" err="1">
                <a:latin typeface="Times New Roman" panose="02020603050405020304" pitchFamily="18" charset="0"/>
                <a:cs typeface="Times New Roman" panose="02020603050405020304" pitchFamily="18" charset="0"/>
              </a:rPr>
              <a:t>subword</a:t>
            </a:r>
            <a:r>
              <a:rPr lang="en-IN" sz="2200" b="1" dirty="0">
                <a:latin typeface="Times New Roman" panose="02020603050405020304" pitchFamily="18" charset="0"/>
                <a:cs typeface="Times New Roman" panose="02020603050405020304" pitchFamily="18" charset="0"/>
              </a:rPr>
              <a:t> tokenization algorithm similar to BPE, but it distinguishes itself by </a:t>
            </a:r>
            <a:r>
              <a:rPr lang="en-IN" sz="2200" b="1" dirty="0">
                <a:highlight>
                  <a:srgbClr val="00FFFF"/>
                </a:highlight>
                <a:latin typeface="Times New Roman" panose="02020603050405020304" pitchFamily="18" charset="0"/>
                <a:cs typeface="Times New Roman" panose="02020603050405020304" pitchFamily="18" charset="0"/>
              </a:rPr>
              <a:t>how it selects token pairs for merging.</a:t>
            </a:r>
            <a:r>
              <a:rPr lang="en-IN" sz="2200" dirty="0">
                <a:highlight>
                  <a:srgbClr val="00FFFF"/>
                </a:highlight>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Instead of merging the most frequent pairs, </a:t>
            </a:r>
            <a:r>
              <a:rPr lang="en-IN" sz="2200" dirty="0" err="1">
                <a:highlight>
                  <a:srgbClr val="FFFF00"/>
                </a:highlight>
                <a:latin typeface="Times New Roman" panose="02020603050405020304" pitchFamily="18" charset="0"/>
                <a:cs typeface="Times New Roman" panose="02020603050405020304" pitchFamily="18" charset="0"/>
              </a:rPr>
              <a:t>WordPiece</a:t>
            </a:r>
            <a:r>
              <a:rPr lang="en-IN" sz="2200" dirty="0">
                <a:highlight>
                  <a:srgbClr val="FFFF00"/>
                </a:highlight>
                <a:latin typeface="Times New Roman" panose="02020603050405020304" pitchFamily="18" charset="0"/>
                <a:cs typeface="Times New Roman" panose="02020603050405020304" pitchFamily="18" charset="0"/>
              </a:rPr>
              <a:t> merges pairs that maximize the likelihood of the training data.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This makes it particularly effective for models like BERT and is widely used by Google.</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5C682581-0143-E68F-0E3F-5D14B8964A99}"/>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199865E5-F5A5-E162-9914-357EAD816CC8}"/>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31934018-A72D-572A-FFF3-60F2FCA7149D}"/>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26456BEE-AB8D-0CC7-9FF9-94A52F4457C4}"/>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F71C7025-CD40-21B9-C22B-2C3AC80C6EBE}"/>
              </a:ext>
            </a:extLst>
          </p:cNvPr>
          <p:cNvPicPr/>
          <p:nvPr/>
        </p:nvPicPr>
        <p:blipFill>
          <a:blip r:embed="rId15" cstate="print"/>
          <a:stretch>
            <a:fillRect/>
          </a:stretch>
        </p:blipFill>
        <p:spPr>
          <a:xfrm>
            <a:off x="11226010" y="62118"/>
            <a:ext cx="870585" cy="1378458"/>
          </a:xfrm>
          <a:prstGeom prst="rect">
            <a:avLst/>
          </a:prstGeom>
        </p:spPr>
      </p:pic>
      <p:sp>
        <p:nvSpPr>
          <p:cNvPr id="4" name="Rectangle 3">
            <a:extLst>
              <a:ext uri="{FF2B5EF4-FFF2-40B4-BE49-F238E27FC236}">
                <a16:creationId xmlns:a16="http://schemas.microsoft.com/office/drawing/2014/main" id="{53447824-4BA6-0875-7ABE-EED486DCC299}"/>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Rectangle 5">
            <a:extLst>
              <a:ext uri="{FF2B5EF4-FFF2-40B4-BE49-F238E27FC236}">
                <a16:creationId xmlns:a16="http://schemas.microsoft.com/office/drawing/2014/main" id="{7616C214-463F-9040-391E-1EC5F7CC249F}"/>
              </a:ext>
            </a:extLst>
          </p:cNvPr>
          <p:cNvSpPr/>
          <p:nvPr/>
        </p:nvSpPr>
        <p:spPr>
          <a:xfrm>
            <a:off x="393111" y="3702665"/>
            <a:ext cx="7332487" cy="461665"/>
          </a:xfrm>
          <a:prstGeom prst="rect">
            <a:avLst/>
          </a:prstGeom>
        </p:spPr>
        <p:txBody>
          <a:bodyPr wrap="square">
            <a:spAutoFit/>
          </a:bodyPr>
          <a:lstStyle/>
          <a:p>
            <a:r>
              <a:rPr lang="en-IN" sz="2400" dirty="0">
                <a:solidFill>
                  <a:schemeClr val="accent1"/>
                </a:solidFill>
              </a:rPr>
              <a:t>How </a:t>
            </a:r>
            <a:r>
              <a:rPr lang="en-IN" sz="2400" dirty="0" err="1">
                <a:solidFill>
                  <a:schemeClr val="accent1"/>
                </a:solidFill>
              </a:rPr>
              <a:t>Wordpiece</a:t>
            </a:r>
            <a:r>
              <a:rPr lang="en-IN" sz="2400" dirty="0">
                <a:solidFill>
                  <a:schemeClr val="accent1"/>
                </a:solidFill>
              </a:rPr>
              <a:t> Works</a:t>
            </a:r>
          </a:p>
        </p:txBody>
      </p:sp>
      <p:sp>
        <p:nvSpPr>
          <p:cNvPr id="7" name="Rectangle 6">
            <a:extLst>
              <a:ext uri="{FF2B5EF4-FFF2-40B4-BE49-F238E27FC236}">
                <a16:creationId xmlns:a16="http://schemas.microsoft.com/office/drawing/2014/main" id="{3DEC8A72-6D96-EAC8-14D8-30D906B54BD8}"/>
              </a:ext>
            </a:extLst>
          </p:cNvPr>
          <p:cNvSpPr/>
          <p:nvPr/>
        </p:nvSpPr>
        <p:spPr>
          <a:xfrm>
            <a:off x="1560628" y="4071282"/>
            <a:ext cx="9920171" cy="2739211"/>
          </a:xfrm>
          <a:prstGeom prst="rect">
            <a:avLst/>
          </a:prstGeom>
        </p:spPr>
        <p:txBody>
          <a:bodyPr wrap="square">
            <a:spAutoFit/>
          </a:bodyPr>
          <a:lstStyle/>
          <a:p>
            <a:pPr algn="just"/>
            <a:r>
              <a:rPr lang="en-IN" sz="2200" b="1" dirty="0" err="1">
                <a:latin typeface="Times New Roman" panose="02020603050405020304" pitchFamily="18" charset="0"/>
                <a:cs typeface="Times New Roman" panose="02020603050405020304" pitchFamily="18" charset="0"/>
              </a:rPr>
              <a:t>WordPiece</a:t>
            </a:r>
            <a:r>
              <a:rPr lang="en-IN" sz="2200" b="1" dirty="0">
                <a:latin typeface="Times New Roman" panose="02020603050405020304" pitchFamily="18" charset="0"/>
                <a:cs typeface="Times New Roman" panose="02020603050405020304" pitchFamily="18" charset="0"/>
              </a:rPr>
              <a:t> is a </a:t>
            </a:r>
            <a:r>
              <a:rPr lang="en-IN" sz="2200" b="1" dirty="0" err="1">
                <a:latin typeface="Times New Roman" panose="02020603050405020304" pitchFamily="18" charset="0"/>
                <a:cs typeface="Times New Roman" panose="02020603050405020304" pitchFamily="18" charset="0"/>
              </a:rPr>
              <a:t>subword</a:t>
            </a:r>
            <a:r>
              <a:rPr lang="en-IN" sz="2200" b="1" dirty="0">
                <a:latin typeface="Times New Roman" panose="02020603050405020304" pitchFamily="18" charset="0"/>
                <a:cs typeface="Times New Roman" panose="02020603050405020304" pitchFamily="18" charset="0"/>
              </a:rPr>
              <a:t> tokenization algorithm similar to BPE, but it distinguishes itself by </a:t>
            </a:r>
            <a:r>
              <a:rPr lang="en-IN" sz="2200" b="1" dirty="0">
                <a:highlight>
                  <a:srgbClr val="00FFFF"/>
                </a:highlight>
                <a:latin typeface="Times New Roman" panose="02020603050405020304" pitchFamily="18" charset="0"/>
                <a:cs typeface="Times New Roman" panose="02020603050405020304" pitchFamily="18" charset="0"/>
              </a:rPr>
              <a:t>how it selects token pairs for merging.</a:t>
            </a:r>
            <a:r>
              <a:rPr lang="en-IN" sz="2200" dirty="0">
                <a:highlight>
                  <a:srgbClr val="00FFFF"/>
                </a:highlight>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Instead of merging the most frequent pairs, </a:t>
            </a:r>
            <a:r>
              <a:rPr lang="en-IN" sz="2200" dirty="0" err="1">
                <a:highlight>
                  <a:srgbClr val="FFFF00"/>
                </a:highlight>
                <a:latin typeface="Times New Roman" panose="02020603050405020304" pitchFamily="18" charset="0"/>
                <a:cs typeface="Times New Roman" panose="02020603050405020304" pitchFamily="18" charset="0"/>
              </a:rPr>
              <a:t>WordPiece</a:t>
            </a:r>
            <a:r>
              <a:rPr lang="en-IN" sz="2200" dirty="0">
                <a:highlight>
                  <a:srgbClr val="FFFF00"/>
                </a:highlight>
                <a:latin typeface="Times New Roman" panose="02020603050405020304" pitchFamily="18" charset="0"/>
                <a:cs typeface="Times New Roman" panose="02020603050405020304" pitchFamily="18" charset="0"/>
              </a:rPr>
              <a:t> merges pairs that maximize the likelihood of the training data.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This makes it particularly effective for models like BERT and is widely used by Google.</a:t>
            </a:r>
          </a:p>
          <a:p>
            <a:endParaRPr lang="en-US" dirty="0"/>
          </a:p>
        </p:txBody>
      </p:sp>
    </p:spTree>
    <p:extLst>
      <p:ext uri="{BB962C8B-B14F-4D97-AF65-F5344CB8AC3E}">
        <p14:creationId xmlns:p14="http://schemas.microsoft.com/office/powerpoint/2010/main" val="3896123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E9FB6-60DC-3794-922B-84BEBF31FE9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B2288CA-7C8E-3FA8-317F-CA40A7ECF47F}"/>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489E29A-A05E-DF24-CD6A-3A7FFE2D1C71}"/>
              </a:ext>
            </a:extLst>
          </p:cNvPr>
          <p:cNvSpPr/>
          <p:nvPr/>
        </p:nvSpPr>
        <p:spPr>
          <a:xfrm>
            <a:off x="729118" y="1454722"/>
            <a:ext cx="10304642" cy="4431983"/>
          </a:xfrm>
          <a:prstGeom prst="rect">
            <a:avLst/>
          </a:prstGeom>
        </p:spPr>
        <p:txBody>
          <a:bodyPr wrap="square">
            <a:spAutoFit/>
          </a:bodyPr>
          <a:lstStyle/>
          <a:p>
            <a:pPr algn="just"/>
            <a:r>
              <a:rPr lang="en-IN" sz="2200" b="1" dirty="0">
                <a:latin typeface="Times New Roman" panose="02020603050405020304" pitchFamily="18" charset="0"/>
                <a:cs typeface="Times New Roman" panose="02020603050405020304" pitchFamily="18" charset="0"/>
              </a:rPr>
              <a:t>Initial Vocabulary:</a:t>
            </a:r>
            <a:r>
              <a:rPr lang="en-IN" sz="2200" dirty="0">
                <a:latin typeface="Times New Roman" panose="02020603050405020304" pitchFamily="18" charset="0"/>
                <a:cs typeface="Times New Roman" panose="02020603050405020304" pitchFamily="18" charset="0"/>
              </a:rPr>
              <a:t> Like BPE, </a:t>
            </a:r>
            <a:r>
              <a:rPr lang="en-IN" sz="2200" dirty="0" err="1">
                <a:latin typeface="Times New Roman" panose="02020603050405020304" pitchFamily="18" charset="0"/>
                <a:cs typeface="Times New Roman" panose="02020603050405020304" pitchFamily="18" charset="0"/>
              </a:rPr>
              <a:t>WordPiece</a:t>
            </a:r>
            <a:r>
              <a:rPr lang="en-IN" sz="2200" dirty="0">
                <a:latin typeface="Times New Roman" panose="02020603050405020304" pitchFamily="18" charset="0"/>
                <a:cs typeface="Times New Roman" panose="02020603050405020304" pitchFamily="18" charset="0"/>
              </a:rPr>
              <a:t> starts with a vocabulary of individual characters or pre-tokenized words, often marked with a special prefix (e.g., ## for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 units that are not at the beginning of a word).</a:t>
            </a:r>
          </a:p>
          <a:p>
            <a:pPr algn="just"/>
            <a:r>
              <a:rPr lang="en-IN" sz="2200" b="1" dirty="0">
                <a:latin typeface="Times New Roman" panose="02020603050405020304" pitchFamily="18" charset="0"/>
                <a:cs typeface="Times New Roman" panose="02020603050405020304" pitchFamily="18" charset="0"/>
              </a:rPr>
              <a:t>Likelihood Maximization:</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WordPiece</a:t>
            </a: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selects the pair of tokens </a:t>
            </a:r>
            <a:r>
              <a:rPr lang="en-IN" sz="2200" dirty="0">
                <a:latin typeface="Times New Roman" panose="02020603050405020304" pitchFamily="18" charset="0"/>
                <a:cs typeface="Times New Roman" panose="02020603050405020304" pitchFamily="18" charset="0"/>
              </a:rPr>
              <a:t>that, </a:t>
            </a:r>
            <a:r>
              <a:rPr lang="en-IN" sz="2200" dirty="0">
                <a:highlight>
                  <a:srgbClr val="FFFF00"/>
                </a:highlight>
                <a:latin typeface="Times New Roman" panose="02020603050405020304" pitchFamily="18" charset="0"/>
                <a:cs typeface="Times New Roman" panose="02020603050405020304" pitchFamily="18" charset="0"/>
              </a:rPr>
              <a:t>when merged, maximizes the likelihood of the training data</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This is typically done by calculating the score of a potential merge as </a:t>
            </a: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where P represents the probability of a token or sequence of tokens appearing in the training corpus.  </a:t>
            </a:r>
            <a:r>
              <a:rPr lang="en-IN" sz="2200" dirty="0">
                <a:highlight>
                  <a:srgbClr val="FFFF00"/>
                </a:highlight>
                <a:latin typeface="Times New Roman" panose="02020603050405020304" pitchFamily="18" charset="0"/>
                <a:cs typeface="Times New Roman" panose="02020603050405020304" pitchFamily="18" charset="0"/>
              </a:rPr>
              <a:t>The pair with the highest likelihood gain is merged.</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4D14A163-55DC-83CE-BEFA-E40E02BE79D8}"/>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34ACEB2A-7DAE-A26D-0190-D68E4407D39F}"/>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F37F2CC1-0E74-1C82-717B-DC4CCB2AF4E6}"/>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695D956A-995F-6B6D-398F-41DB06F48D0E}"/>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468A4F97-CED4-EA8A-3962-9FCD2F4B5909}"/>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6DF4BA09-310D-39EE-79DD-423C81E4B72D}"/>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2" name="Picture 1">
            <a:extLst>
              <a:ext uri="{FF2B5EF4-FFF2-40B4-BE49-F238E27FC236}">
                <a16:creationId xmlns:a16="http://schemas.microsoft.com/office/drawing/2014/main" id="{B8E0C857-68FE-E59C-26FA-E39E21C079BD}"/>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2638891" y="3670713"/>
            <a:ext cx="7863373" cy="1010582"/>
          </a:xfrm>
          <a:prstGeom prst="rect">
            <a:avLst/>
          </a:prstGeom>
          <a:noFill/>
          <a:ln>
            <a:noFill/>
          </a:ln>
        </p:spPr>
      </p:pic>
      <p:sp>
        <p:nvSpPr>
          <p:cNvPr id="6" name="Rectangle 5">
            <a:extLst>
              <a:ext uri="{FF2B5EF4-FFF2-40B4-BE49-F238E27FC236}">
                <a16:creationId xmlns:a16="http://schemas.microsoft.com/office/drawing/2014/main" id="{B2453A53-88B9-2269-494D-97143633D868}"/>
              </a:ext>
            </a:extLst>
          </p:cNvPr>
          <p:cNvSpPr/>
          <p:nvPr/>
        </p:nvSpPr>
        <p:spPr>
          <a:xfrm>
            <a:off x="697028" y="691688"/>
            <a:ext cx="7332487" cy="461665"/>
          </a:xfrm>
          <a:prstGeom prst="rect">
            <a:avLst/>
          </a:prstGeom>
        </p:spPr>
        <p:txBody>
          <a:bodyPr wrap="square">
            <a:spAutoFit/>
          </a:bodyPr>
          <a:lstStyle/>
          <a:p>
            <a:r>
              <a:rPr lang="en-IN" sz="2400" b="1" dirty="0">
                <a:solidFill>
                  <a:srgbClr val="FF0000"/>
                </a:solidFill>
              </a:rPr>
              <a:t>How </a:t>
            </a:r>
            <a:r>
              <a:rPr lang="en-IN" sz="2400" b="1" dirty="0" err="1">
                <a:solidFill>
                  <a:srgbClr val="FF0000"/>
                </a:solidFill>
              </a:rPr>
              <a:t>Wordpiece</a:t>
            </a:r>
            <a:r>
              <a:rPr lang="en-IN" sz="2400" b="1" dirty="0">
                <a:solidFill>
                  <a:srgbClr val="FF0000"/>
                </a:solidFill>
              </a:rPr>
              <a:t> works</a:t>
            </a:r>
            <a:endParaRPr lang="en-IN" sz="2400" dirty="0">
              <a:solidFill>
                <a:schemeClr val="accent1"/>
              </a:solidFill>
            </a:endParaRPr>
          </a:p>
        </p:txBody>
      </p:sp>
      <mc:AlternateContent xmlns:mc="http://schemas.openxmlformats.org/markup-compatibility/2006">
        <mc:Choice xmlns:p14="http://schemas.microsoft.com/office/powerpoint/2010/main" Requires="p14">
          <p:contentPart p14:bwMode="auto" r:id="rId17">
            <p14:nvContentPartPr>
              <p14:cNvPr id="7" name="Ink 6">
                <a:extLst>
                  <a:ext uri="{FF2B5EF4-FFF2-40B4-BE49-F238E27FC236}">
                    <a16:creationId xmlns:a16="http://schemas.microsoft.com/office/drawing/2014/main" id="{DAEFE641-A7B6-5E69-43AD-DE42EE5A7FA5}"/>
                  </a:ext>
                </a:extLst>
              </p14:cNvPr>
              <p14:cNvContentPartPr/>
              <p14:nvPr/>
            </p14:nvContentPartPr>
            <p14:xfrm>
              <a:off x="4486320" y="3890520"/>
              <a:ext cx="471600" cy="343800"/>
            </p14:xfrm>
          </p:contentPart>
        </mc:Choice>
        <mc:Fallback>
          <p:pic>
            <p:nvPicPr>
              <p:cNvPr id="7" name="Ink 6">
                <a:extLst>
                  <a:ext uri="{FF2B5EF4-FFF2-40B4-BE49-F238E27FC236}">
                    <a16:creationId xmlns:a16="http://schemas.microsoft.com/office/drawing/2014/main" id="{DAEFE641-A7B6-5E69-43AD-DE42EE5A7FA5}"/>
                  </a:ext>
                </a:extLst>
              </p:cNvPr>
              <p:cNvPicPr/>
              <p:nvPr/>
            </p:nvPicPr>
            <p:blipFill>
              <a:blip r:embed="rId18"/>
              <a:stretch>
                <a:fillRect/>
              </a:stretch>
            </p:blipFill>
            <p:spPr>
              <a:xfrm>
                <a:off x="4476960" y="3881160"/>
                <a:ext cx="490320" cy="362520"/>
              </a:xfrm>
              <a:prstGeom prst="rect">
                <a:avLst/>
              </a:prstGeom>
            </p:spPr>
          </p:pic>
        </mc:Fallback>
      </mc:AlternateContent>
    </p:spTree>
    <p:extLst>
      <p:ext uri="{BB962C8B-B14F-4D97-AF65-F5344CB8AC3E}">
        <p14:creationId xmlns:p14="http://schemas.microsoft.com/office/powerpoint/2010/main" val="3835581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8A221-21BD-6803-474E-E0AB62756999}"/>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E69AD029-2865-DFDA-FF3A-259AB9544A30}"/>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AE7E362-5257-6918-5787-637E4F20BB3A}"/>
              </a:ext>
            </a:extLst>
          </p:cNvPr>
          <p:cNvSpPr/>
          <p:nvPr/>
        </p:nvSpPr>
        <p:spPr>
          <a:xfrm>
            <a:off x="729118" y="1454722"/>
            <a:ext cx="10304642" cy="2400657"/>
          </a:xfrm>
          <a:prstGeom prst="rect">
            <a:avLst/>
          </a:prstGeom>
        </p:spPr>
        <p:txBody>
          <a:bodyPr wrap="square">
            <a:spAutoFit/>
          </a:bodyPr>
          <a:lstStyle/>
          <a:p>
            <a:r>
              <a:rPr lang="en-IN" sz="2200" b="1" dirty="0">
                <a:latin typeface="Times New Roman" panose="02020603050405020304" pitchFamily="18" charset="0"/>
                <a:cs typeface="Times New Roman" panose="02020603050405020304" pitchFamily="18" charset="0"/>
              </a:rPr>
              <a:t>Iterative Merging:</a:t>
            </a:r>
            <a:r>
              <a:rPr lang="en-IN" sz="2200" dirty="0">
                <a:latin typeface="Times New Roman" panose="02020603050405020304" pitchFamily="18" charset="0"/>
                <a:cs typeface="Times New Roman" panose="02020603050405020304" pitchFamily="18" charset="0"/>
              </a:rPr>
              <a:t> The selected pair is </a:t>
            </a:r>
            <a:r>
              <a:rPr lang="en-IN" sz="2200" b="1" dirty="0">
                <a:latin typeface="Times New Roman" panose="02020603050405020304" pitchFamily="18" charset="0"/>
                <a:cs typeface="Times New Roman" panose="02020603050405020304" pitchFamily="18" charset="0"/>
              </a:rPr>
              <a:t>merged, added to the vocabulary</a:t>
            </a:r>
            <a:r>
              <a:rPr lang="en-IN" sz="2200" dirty="0">
                <a:latin typeface="Times New Roman" panose="02020603050405020304" pitchFamily="18" charset="0"/>
                <a:cs typeface="Times New Roman" panose="02020603050405020304" pitchFamily="18" charset="0"/>
              </a:rPr>
              <a:t>, and the </a:t>
            </a:r>
            <a:r>
              <a:rPr lang="en-IN" sz="2200" i="1" dirty="0">
                <a:latin typeface="Times New Roman" panose="02020603050405020304" pitchFamily="18" charset="0"/>
                <a:cs typeface="Times New Roman" panose="02020603050405020304" pitchFamily="18" charset="0"/>
              </a:rPr>
              <a:t>process repeats until </a:t>
            </a:r>
            <a:r>
              <a:rPr lang="en-IN" sz="2200" dirty="0">
                <a:latin typeface="Times New Roman" panose="02020603050405020304" pitchFamily="18" charset="0"/>
                <a:cs typeface="Times New Roman" panose="02020603050405020304" pitchFamily="18" charset="0"/>
              </a:rPr>
              <a:t>the desired vocabulary size is reached.</a:t>
            </a:r>
          </a:p>
          <a:p>
            <a:endParaRPr lang="en-IN" sz="22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Final Tokenization:</a:t>
            </a:r>
            <a:r>
              <a:rPr lang="en-IN" sz="2200" dirty="0">
                <a:latin typeface="Times New Roman" panose="02020603050405020304" pitchFamily="18" charset="0"/>
                <a:cs typeface="Times New Roman" panose="02020603050405020304" pitchFamily="18" charset="0"/>
              </a:rPr>
              <a:t> The text is tokenized using the learned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 units, prioritizing longer, more frequent units.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 units that are not the start of a word are often prefixed with ## (e.g., [“un”, “##</a:t>
            </a:r>
            <a:r>
              <a:rPr lang="en-IN" sz="2200" dirty="0" err="1">
                <a:latin typeface="Times New Roman" panose="02020603050405020304" pitchFamily="18" charset="0"/>
                <a:cs typeface="Times New Roman" panose="02020603050405020304" pitchFamily="18" charset="0"/>
              </a:rPr>
              <a:t>believ</a:t>
            </a:r>
            <a:r>
              <a:rPr lang="en-IN" sz="2200" dirty="0">
                <a:latin typeface="Times New Roman" panose="02020603050405020304" pitchFamily="18" charset="0"/>
                <a:cs typeface="Times New Roman" panose="02020603050405020304" pitchFamily="18" charset="0"/>
              </a:rPr>
              <a:t>”, “##able”]).</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1B1B3941-0FA2-C5F8-11C5-E5EDC52CDDCB}"/>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9688747F-9A29-187F-B849-B3A7A9A0B30D}"/>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A34FD307-9466-3CB1-2455-1B5C4B7BF301}"/>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D70CB5C0-8255-3DDB-6C1C-F60BDE2D5445}"/>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BE84CD2E-70B8-0D72-F812-9226D67BD357}"/>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E7DFE793-FF42-2EF8-D81D-7342E040C37D}"/>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Rectangle 5">
            <a:extLst>
              <a:ext uri="{FF2B5EF4-FFF2-40B4-BE49-F238E27FC236}">
                <a16:creationId xmlns:a16="http://schemas.microsoft.com/office/drawing/2014/main" id="{AE33D8E6-22B7-F3B7-B681-48DB8864F083}"/>
              </a:ext>
            </a:extLst>
          </p:cNvPr>
          <p:cNvSpPr/>
          <p:nvPr/>
        </p:nvSpPr>
        <p:spPr>
          <a:xfrm>
            <a:off x="697028" y="691688"/>
            <a:ext cx="7332487" cy="461665"/>
          </a:xfrm>
          <a:prstGeom prst="rect">
            <a:avLst/>
          </a:prstGeom>
        </p:spPr>
        <p:txBody>
          <a:bodyPr wrap="square">
            <a:spAutoFit/>
          </a:bodyPr>
          <a:lstStyle/>
          <a:p>
            <a:r>
              <a:rPr lang="en-IN" sz="2400" b="1" dirty="0">
                <a:solidFill>
                  <a:srgbClr val="FF0000"/>
                </a:solidFill>
              </a:rPr>
              <a:t>How </a:t>
            </a:r>
            <a:r>
              <a:rPr lang="en-IN" sz="2400" b="1" dirty="0" err="1">
                <a:solidFill>
                  <a:srgbClr val="FF0000"/>
                </a:solidFill>
              </a:rPr>
              <a:t>Wordpiece</a:t>
            </a:r>
            <a:r>
              <a:rPr lang="en-IN" sz="2400" b="1" dirty="0">
                <a:solidFill>
                  <a:srgbClr val="FF0000"/>
                </a:solidFill>
              </a:rPr>
              <a:t> works</a:t>
            </a:r>
            <a:endParaRPr lang="en-IN" sz="2400" dirty="0">
              <a:solidFill>
                <a:schemeClr val="accent1"/>
              </a:solidFill>
            </a:endParaRPr>
          </a:p>
        </p:txBody>
      </p:sp>
      <p:sp>
        <p:nvSpPr>
          <p:cNvPr id="9" name="TextBox 8">
            <a:extLst>
              <a:ext uri="{FF2B5EF4-FFF2-40B4-BE49-F238E27FC236}">
                <a16:creationId xmlns:a16="http://schemas.microsoft.com/office/drawing/2014/main" id="{B720475A-E987-B939-DE1E-5E93BCBD27F6}"/>
              </a:ext>
            </a:extLst>
          </p:cNvPr>
          <p:cNvSpPr txBox="1"/>
          <p:nvPr/>
        </p:nvSpPr>
        <p:spPr>
          <a:xfrm>
            <a:off x="2062480" y="4451165"/>
            <a:ext cx="8246744" cy="375552"/>
          </a:xfrm>
          <a:prstGeom prst="rect">
            <a:avLst/>
          </a:prstGeom>
          <a:noFill/>
        </p:spPr>
        <p:txBody>
          <a:bodyPr wrap="square">
            <a:spAutoFit/>
          </a:bodyPr>
          <a:lstStyle/>
          <a:p>
            <a:pPr>
              <a:lnSpc>
                <a:spcPct val="107000"/>
              </a:lnSpc>
              <a:spcAft>
                <a:spcPts val="800"/>
              </a:spcAft>
              <a:buNone/>
            </a:pP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WordPiece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“If I merge these two tokens, does the probability of the corpus increase?”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16">
            <p14:nvContentPartPr>
              <p14:cNvPr id="2" name="Ink 1">
                <a:extLst>
                  <a:ext uri="{FF2B5EF4-FFF2-40B4-BE49-F238E27FC236}">
                    <a16:creationId xmlns:a16="http://schemas.microsoft.com/office/drawing/2014/main" id="{AC5E7CC8-719D-1FE0-A8CA-1D4DE90A684D}"/>
                  </a:ext>
                </a:extLst>
              </p14:cNvPr>
              <p14:cNvContentPartPr/>
              <p14:nvPr/>
            </p14:nvContentPartPr>
            <p14:xfrm>
              <a:off x="3303720" y="3562920"/>
              <a:ext cx="3495600" cy="152280"/>
            </p14:xfrm>
          </p:contentPart>
        </mc:Choice>
        <mc:Fallback>
          <p:pic>
            <p:nvPicPr>
              <p:cNvPr id="2" name="Ink 1">
                <a:extLst>
                  <a:ext uri="{FF2B5EF4-FFF2-40B4-BE49-F238E27FC236}">
                    <a16:creationId xmlns:a16="http://schemas.microsoft.com/office/drawing/2014/main" id="{AC5E7CC8-719D-1FE0-A8CA-1D4DE90A684D}"/>
                  </a:ext>
                </a:extLst>
              </p:cNvPr>
              <p:cNvPicPr/>
              <p:nvPr/>
            </p:nvPicPr>
            <p:blipFill>
              <a:blip r:embed="rId17"/>
              <a:stretch>
                <a:fillRect/>
              </a:stretch>
            </p:blipFill>
            <p:spPr>
              <a:xfrm>
                <a:off x="3294360" y="3553560"/>
                <a:ext cx="3514320" cy="171000"/>
              </a:xfrm>
              <a:prstGeom prst="rect">
                <a:avLst/>
              </a:prstGeom>
            </p:spPr>
          </p:pic>
        </mc:Fallback>
      </mc:AlternateContent>
    </p:spTree>
    <p:extLst>
      <p:ext uri="{BB962C8B-B14F-4D97-AF65-F5344CB8AC3E}">
        <p14:creationId xmlns:p14="http://schemas.microsoft.com/office/powerpoint/2010/main" val="2487583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19375-1AE6-7091-A767-2E7D4770FABE}"/>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CBCADA5A-61A9-0683-8473-4D6CE86E5810}"/>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52B792D-049B-A8C1-374B-C84D891B62BA}"/>
              </a:ext>
            </a:extLst>
          </p:cNvPr>
          <p:cNvSpPr/>
          <p:nvPr/>
        </p:nvSpPr>
        <p:spPr>
          <a:xfrm>
            <a:off x="729118" y="1454722"/>
            <a:ext cx="5671682" cy="5078313"/>
          </a:xfrm>
          <a:prstGeom prst="rect">
            <a:avLst/>
          </a:prstGeom>
        </p:spPr>
        <p:txBody>
          <a:bodyPr wrap="square">
            <a:spAutoFit/>
          </a:bodyPr>
          <a:lstStyle/>
          <a:p>
            <a:r>
              <a:rPr lang="en-IN" b="1" dirty="0"/>
              <a:t>Input text:</a:t>
            </a:r>
            <a:r>
              <a:rPr lang="en-IN" dirty="0"/>
              <a:t> "low lower lowest”</a:t>
            </a:r>
          </a:p>
          <a:p>
            <a:r>
              <a:rPr lang="en-IN" b="1" dirty="0">
                <a:latin typeface="Times New Roman" panose="02020603050405020304" pitchFamily="18" charset="0"/>
                <a:cs typeface="Times New Roman" panose="02020603050405020304" pitchFamily="18" charset="0"/>
              </a:rPr>
              <a:t>Pre-Tokenization </a:t>
            </a:r>
            <a:r>
              <a:rPr lang="en-IN" b="1" dirty="0"/>
              <a:t>(with end-of-word markers) </a:t>
            </a:r>
            <a:r>
              <a:rPr lang="en-IN" b="1" dirty="0">
                <a:latin typeface="Times New Roman" panose="02020603050405020304" pitchFamily="18" charset="0"/>
                <a:cs typeface="Times New Roman" panose="02020603050405020304" pitchFamily="18" charset="0"/>
              </a:rPr>
              <a:t>: Initial Vocabulary: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 </a:t>
            </a:r>
            <a:r>
              <a:rPr lang="en-IN" dirty="0"/>
              <a:t>["l", "o", "w", "&lt;/w&gt;", "l", "o", "w", "e", "r", "&lt;/w&gt;", "l", "o", "w", "e", "s", "t", "&lt;/w&gt;"] (conceptual representation)</a:t>
            </a:r>
          </a:p>
          <a:p>
            <a:r>
              <a:rPr lang="en-US" b="1" dirty="0">
                <a:latin typeface="Times New Roman" panose="02020603050405020304" pitchFamily="18" charset="0"/>
                <a:cs typeface="Times New Roman" panose="02020603050405020304" pitchFamily="18" charset="0"/>
              </a:rPr>
              <a:t>Likelihood-favorable merges: High-value merges</a:t>
            </a:r>
          </a:p>
          <a:p>
            <a:r>
              <a:rPr lang="en-US" dirty="0">
                <a:latin typeface="Times New Roman" panose="02020603050405020304" pitchFamily="18" charset="0"/>
                <a:cs typeface="Times New Roman" panose="02020603050405020304" pitchFamily="18" charset="0"/>
              </a:rPr>
              <a:t>low (very frequent)</a:t>
            </a:r>
          </a:p>
          <a:p>
            <a:r>
              <a:rPr lang="en-US" dirty="0">
                <a:latin typeface="Times New Roman" panose="02020603050405020304" pitchFamily="18" charset="0"/>
                <a:cs typeface="Times New Roman" panose="02020603050405020304" pitchFamily="18" charset="0"/>
              </a:rPr>
              <a:t>est (appears in newest, widest)</a:t>
            </a:r>
          </a:p>
          <a:p>
            <a:r>
              <a:rPr lang="en-US" dirty="0">
                <a:latin typeface="Times New Roman" panose="02020603050405020304" pitchFamily="18" charset="0"/>
                <a:cs typeface="Times New Roman" panose="02020603050405020304" pitchFamily="18" charset="0"/>
              </a:rPr>
              <a:t>new</a:t>
            </a:r>
          </a:p>
          <a:p>
            <a:r>
              <a:rPr lang="en-US" dirty="0" err="1">
                <a:latin typeface="Times New Roman" panose="02020603050405020304" pitchFamily="18" charset="0"/>
                <a:cs typeface="Times New Roman" panose="02020603050405020304" pitchFamily="18" charset="0"/>
              </a:rPr>
              <a:t>wid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er</a:t>
            </a:r>
          </a:p>
          <a:p>
            <a:r>
              <a:rPr lang="en-US" b="1" dirty="0"/>
              <a:t>Vocabulary learned</a:t>
            </a:r>
          </a:p>
          <a:p>
            <a:r>
              <a:rPr lang="en-US" dirty="0"/>
              <a:t>low</a:t>
            </a:r>
          </a:p>
          <a:p>
            <a:r>
              <a:rPr lang="en-US" dirty="0"/>
              <a:t>new</a:t>
            </a:r>
          </a:p>
          <a:p>
            <a:r>
              <a:rPr lang="en-US" dirty="0" err="1"/>
              <a:t>wid</a:t>
            </a:r>
            <a:endParaRPr lang="en-US" dirty="0"/>
          </a:p>
          <a:p>
            <a:r>
              <a:rPr lang="en-US" dirty="0"/>
              <a:t>est</a:t>
            </a:r>
          </a:p>
          <a:p>
            <a:r>
              <a:rPr lang="en-US" dirty="0"/>
              <a:t>er</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0E928CE1-1CF4-92BC-953A-B42803777A87}"/>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E9ADCCA3-867A-7688-663E-9190CFED18D6}"/>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AC6A48D1-A116-FE6D-C239-2E8656F21340}"/>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99A92FCA-BB61-5A41-973B-91C5B3456C52}"/>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E0A838AF-8DD8-E728-449D-7EC144E9D59A}"/>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C2DCDDFE-B2E0-8D9D-24E6-D9B37CE01679}"/>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Rectangle 5">
            <a:extLst>
              <a:ext uri="{FF2B5EF4-FFF2-40B4-BE49-F238E27FC236}">
                <a16:creationId xmlns:a16="http://schemas.microsoft.com/office/drawing/2014/main" id="{0FCCC206-A59E-6B73-62B7-6D3AE100065A}"/>
              </a:ext>
            </a:extLst>
          </p:cNvPr>
          <p:cNvSpPr/>
          <p:nvPr/>
        </p:nvSpPr>
        <p:spPr>
          <a:xfrm>
            <a:off x="697028" y="691688"/>
            <a:ext cx="7332487" cy="461665"/>
          </a:xfrm>
          <a:prstGeom prst="rect">
            <a:avLst/>
          </a:prstGeom>
        </p:spPr>
        <p:txBody>
          <a:bodyPr wrap="square">
            <a:spAutoFit/>
          </a:bodyPr>
          <a:lstStyle/>
          <a:p>
            <a:r>
              <a:rPr lang="en-IN" sz="2400" b="1" dirty="0">
                <a:solidFill>
                  <a:srgbClr val="FF0000"/>
                </a:solidFill>
              </a:rPr>
              <a:t>How </a:t>
            </a:r>
            <a:r>
              <a:rPr lang="en-IN" sz="2400" b="1" dirty="0" err="1">
                <a:solidFill>
                  <a:srgbClr val="FF0000"/>
                </a:solidFill>
              </a:rPr>
              <a:t>Wordpiece</a:t>
            </a:r>
            <a:r>
              <a:rPr lang="en-IN" sz="2400" b="1" dirty="0">
                <a:solidFill>
                  <a:srgbClr val="FF0000"/>
                </a:solidFill>
              </a:rPr>
              <a:t> works</a:t>
            </a:r>
            <a:endParaRPr lang="en-IN" sz="2400" dirty="0">
              <a:solidFill>
                <a:schemeClr val="accent1"/>
              </a:solidFill>
            </a:endParaRPr>
          </a:p>
        </p:txBody>
      </p:sp>
      <p:sp>
        <p:nvSpPr>
          <p:cNvPr id="7" name="TextBox 6">
            <a:extLst>
              <a:ext uri="{FF2B5EF4-FFF2-40B4-BE49-F238E27FC236}">
                <a16:creationId xmlns:a16="http://schemas.microsoft.com/office/drawing/2014/main" id="{9D16CAF1-F5D7-410D-DDF2-55208AF99F4D}"/>
              </a:ext>
            </a:extLst>
          </p:cNvPr>
          <p:cNvSpPr txBox="1"/>
          <p:nvPr/>
        </p:nvSpPr>
        <p:spPr>
          <a:xfrm>
            <a:off x="6583680" y="1808336"/>
            <a:ext cx="4470400" cy="3693319"/>
          </a:xfrm>
          <a:prstGeom prst="rect">
            <a:avLst/>
          </a:prstGeom>
          <a:noFill/>
        </p:spPr>
        <p:txBody>
          <a:bodyPr wrap="square">
            <a:spAutoFit/>
          </a:bodyPr>
          <a:lstStyle/>
          <a:p>
            <a:pPr>
              <a:buNone/>
            </a:pPr>
            <a:r>
              <a:rPr lang="en-US" b="1" dirty="0"/>
              <a:t>Tokenizing the corpus</a:t>
            </a:r>
          </a:p>
          <a:p>
            <a:pPr>
              <a:buNone/>
            </a:pPr>
            <a:r>
              <a:rPr lang="en-US" dirty="0"/>
              <a:t>low      → low</a:t>
            </a:r>
          </a:p>
          <a:p>
            <a:pPr>
              <a:buNone/>
            </a:pPr>
            <a:r>
              <a:rPr lang="en-US" dirty="0"/>
              <a:t>lower    → low + er</a:t>
            </a:r>
          </a:p>
          <a:p>
            <a:pPr>
              <a:buNone/>
            </a:pPr>
            <a:r>
              <a:rPr lang="en-US" dirty="0"/>
              <a:t>newest   → new + est</a:t>
            </a:r>
          </a:p>
          <a:p>
            <a:pPr>
              <a:buNone/>
            </a:pPr>
            <a:r>
              <a:rPr lang="en-US" dirty="0"/>
              <a:t>widest   → </a:t>
            </a:r>
            <a:r>
              <a:rPr lang="en-US" dirty="0" err="1"/>
              <a:t>wid</a:t>
            </a:r>
            <a:r>
              <a:rPr lang="en-US" dirty="0"/>
              <a:t> + est</a:t>
            </a:r>
          </a:p>
          <a:p>
            <a:pPr>
              <a:buNone/>
            </a:pPr>
            <a:endParaRPr lang="en-US" dirty="0"/>
          </a:p>
          <a:p>
            <a:r>
              <a:rPr lang="en-US" b="1" dirty="0"/>
              <a:t>Final </a:t>
            </a:r>
            <a:r>
              <a:rPr lang="en-US" b="1" dirty="0" err="1"/>
              <a:t>WordPiece</a:t>
            </a:r>
            <a:r>
              <a:rPr lang="en-US" b="1" dirty="0"/>
              <a:t> Tokens</a:t>
            </a:r>
          </a:p>
          <a:p>
            <a:r>
              <a:rPr lang="en-US" dirty="0"/>
              <a:t>[ low , low , low , low , low ,</a:t>
            </a:r>
          </a:p>
          <a:p>
            <a:r>
              <a:rPr lang="en-US" dirty="0"/>
              <a:t>  low , er ,</a:t>
            </a:r>
          </a:p>
          <a:p>
            <a:r>
              <a:rPr lang="en-US" dirty="0"/>
              <a:t>  new , est , new , est , new , est , new , est , new , est , new , est ,</a:t>
            </a:r>
          </a:p>
          <a:p>
            <a:r>
              <a:rPr lang="en-US" dirty="0"/>
              <a:t>  </a:t>
            </a:r>
            <a:r>
              <a:rPr lang="en-US" dirty="0" err="1"/>
              <a:t>wid</a:t>
            </a:r>
            <a:r>
              <a:rPr lang="en-US" dirty="0"/>
              <a:t> , est , </a:t>
            </a:r>
            <a:r>
              <a:rPr lang="en-US" dirty="0" err="1"/>
              <a:t>wid</a:t>
            </a:r>
            <a:r>
              <a:rPr lang="en-US" dirty="0"/>
              <a:t> , est , </a:t>
            </a:r>
            <a:r>
              <a:rPr lang="en-US" dirty="0" err="1"/>
              <a:t>wid</a:t>
            </a:r>
            <a:r>
              <a:rPr lang="en-US" dirty="0"/>
              <a:t> , est ]</a:t>
            </a:r>
          </a:p>
          <a:p>
            <a:pPr rtl="0">
              <a:buNone/>
            </a:pPr>
            <a:endParaRPr lang="en-US" dirty="0">
              <a:latin typeface="Courier New" panose="02070309020205020404" pitchFamily="49" charset="0"/>
            </a:endParaRPr>
          </a:p>
        </p:txBody>
      </p:sp>
      <mc:AlternateContent xmlns:mc="http://schemas.openxmlformats.org/markup-compatibility/2006">
        <mc:Choice xmlns:p14="http://schemas.microsoft.com/office/powerpoint/2010/main" Requires="p14">
          <p:contentPart p14:bwMode="auto" r:id="rId16">
            <p14:nvContentPartPr>
              <p14:cNvPr id="2" name="Ink 1">
                <a:extLst>
                  <a:ext uri="{FF2B5EF4-FFF2-40B4-BE49-F238E27FC236}">
                    <a16:creationId xmlns:a16="http://schemas.microsoft.com/office/drawing/2014/main" id="{A80CEF73-8610-0800-D036-83FC801F666D}"/>
                  </a:ext>
                </a:extLst>
              </p14:cNvPr>
              <p14:cNvContentPartPr/>
              <p14:nvPr/>
            </p14:nvContentPartPr>
            <p14:xfrm>
              <a:off x="213840" y="1342800"/>
              <a:ext cx="10393560" cy="5021280"/>
            </p14:xfrm>
          </p:contentPart>
        </mc:Choice>
        <mc:Fallback>
          <p:pic>
            <p:nvPicPr>
              <p:cNvPr id="2" name="Ink 1">
                <a:extLst>
                  <a:ext uri="{FF2B5EF4-FFF2-40B4-BE49-F238E27FC236}">
                    <a16:creationId xmlns:a16="http://schemas.microsoft.com/office/drawing/2014/main" id="{A80CEF73-8610-0800-D036-83FC801F666D}"/>
                  </a:ext>
                </a:extLst>
              </p:cNvPr>
              <p:cNvPicPr/>
              <p:nvPr/>
            </p:nvPicPr>
            <p:blipFill>
              <a:blip r:embed="rId17"/>
              <a:stretch>
                <a:fillRect/>
              </a:stretch>
            </p:blipFill>
            <p:spPr>
              <a:xfrm>
                <a:off x="204480" y="1333440"/>
                <a:ext cx="10412280" cy="5040000"/>
              </a:xfrm>
              <a:prstGeom prst="rect">
                <a:avLst/>
              </a:prstGeom>
            </p:spPr>
          </p:pic>
        </mc:Fallback>
      </mc:AlternateContent>
    </p:spTree>
    <p:extLst>
      <p:ext uri="{BB962C8B-B14F-4D97-AF65-F5344CB8AC3E}">
        <p14:creationId xmlns:p14="http://schemas.microsoft.com/office/powerpoint/2010/main" val="3690990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
                                            <p:txEl>
                                              <p:pRg st="8" end="8"/>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
                                            <p:txEl>
                                              <p:pRg st="9" end="9"/>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0D28E-C41C-BB72-9A69-700993A6AE1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3B9A7EA-9A2A-F13E-8D1C-B7448F245B96}"/>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Strengths of </a:t>
            </a:r>
            <a:r>
              <a:rPr lang="en-IN" sz="2400" dirty="0" err="1">
                <a:solidFill>
                  <a:schemeClr val="accent1"/>
                </a:solidFill>
              </a:rPr>
              <a:t>Wordpiece</a:t>
            </a:r>
            <a:endParaRPr lang="en-IN" sz="2400" dirty="0">
              <a:solidFill>
                <a:schemeClr val="accent1"/>
              </a:solidFill>
            </a:endParaRPr>
          </a:p>
        </p:txBody>
      </p:sp>
      <p:cxnSp>
        <p:nvCxnSpPr>
          <p:cNvPr id="8" name="Straight Connector 7">
            <a:extLst>
              <a:ext uri="{FF2B5EF4-FFF2-40B4-BE49-F238E27FC236}">
                <a16:creationId xmlns:a16="http://schemas.microsoft.com/office/drawing/2014/main" id="{9E7EA21C-4E27-56AF-A939-DD2687F54AB3}"/>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50EF645-388D-6CAE-E9A2-0AA9D22F4CAF}"/>
              </a:ext>
            </a:extLst>
          </p:cNvPr>
          <p:cNvSpPr/>
          <p:nvPr/>
        </p:nvSpPr>
        <p:spPr>
          <a:xfrm>
            <a:off x="729117" y="1454722"/>
            <a:ext cx="9938881" cy="3077766"/>
          </a:xfrm>
          <a:prstGeom prst="rect">
            <a:avLst/>
          </a:prstGeom>
        </p:spPr>
        <p:txBody>
          <a:bodyPr wrap="square">
            <a:spAutoFit/>
          </a:bodyPr>
          <a:lstStyle/>
          <a:p>
            <a:pPr lvl="0" algn="just"/>
            <a:r>
              <a:rPr lang="en-IN" sz="2200" b="1" dirty="0">
                <a:latin typeface="Times New Roman" panose="02020603050405020304" pitchFamily="18" charset="0"/>
                <a:cs typeface="Times New Roman" panose="02020603050405020304" pitchFamily="18" charset="0"/>
              </a:rPr>
              <a:t>Meaningful </a:t>
            </a:r>
            <a:r>
              <a:rPr lang="en-IN" sz="2200" b="1" dirty="0" err="1">
                <a:latin typeface="Times New Roman" panose="02020603050405020304" pitchFamily="18" charset="0"/>
                <a:cs typeface="Times New Roman" panose="02020603050405020304" pitchFamily="18" charset="0"/>
              </a:rPr>
              <a:t>Subwords</a:t>
            </a:r>
            <a:r>
              <a:rPr lang="en-IN" sz="2200" b="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By maximizing likelihood, </a:t>
            </a:r>
            <a:r>
              <a:rPr lang="en-IN" sz="2200" dirty="0" err="1">
                <a:latin typeface="Times New Roman" panose="02020603050405020304" pitchFamily="18" charset="0"/>
                <a:cs typeface="Times New Roman" panose="02020603050405020304" pitchFamily="18" charset="0"/>
              </a:rPr>
              <a:t>WordPiece</a:t>
            </a:r>
            <a:r>
              <a:rPr lang="en-IN" sz="2200" dirty="0">
                <a:latin typeface="Times New Roman" panose="02020603050405020304" pitchFamily="18" charset="0"/>
                <a:cs typeface="Times New Roman" panose="02020603050405020304" pitchFamily="18" charset="0"/>
              </a:rPr>
              <a:t> often generates more linguistically meaningful </a:t>
            </a:r>
            <a:r>
              <a:rPr lang="en-IN" sz="2200" dirty="0" err="1">
                <a:latin typeface="Times New Roman" panose="02020603050405020304" pitchFamily="18" charset="0"/>
                <a:cs typeface="Times New Roman" panose="02020603050405020304" pitchFamily="18" charset="0"/>
              </a:rPr>
              <a:t>subword</a:t>
            </a:r>
            <a:r>
              <a:rPr lang="en-IN" sz="2200" dirty="0">
                <a:latin typeface="Times New Roman" panose="02020603050405020304" pitchFamily="18" charset="0"/>
                <a:cs typeface="Times New Roman" panose="02020603050405020304" pitchFamily="18" charset="0"/>
              </a:rPr>
              <a:t> units.</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Effective for BERT:</a:t>
            </a:r>
            <a:r>
              <a:rPr lang="en-IN" sz="2200" dirty="0">
                <a:latin typeface="Times New Roman" panose="02020603050405020304" pitchFamily="18" charset="0"/>
                <a:cs typeface="Times New Roman" panose="02020603050405020304" pitchFamily="18" charset="0"/>
              </a:rPr>
              <a:t> Its design is particularly well-suited for masked language </a:t>
            </a:r>
            <a:r>
              <a:rPr lang="en-IN" sz="2200" dirty="0" err="1">
                <a:latin typeface="Times New Roman" panose="02020603050405020304" pitchFamily="18" charset="0"/>
                <a:cs typeface="Times New Roman" panose="02020603050405020304" pitchFamily="18" charset="0"/>
              </a:rPr>
              <a:t>modeling</a:t>
            </a:r>
            <a:r>
              <a:rPr lang="en-IN" sz="2200" dirty="0">
                <a:latin typeface="Times New Roman" panose="02020603050405020304" pitchFamily="18" charset="0"/>
                <a:cs typeface="Times New Roman" panose="02020603050405020304" pitchFamily="18" charset="0"/>
              </a:rPr>
              <a:t> tasks, as seen in BERT.</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Handles OOV Words:</a:t>
            </a:r>
            <a:r>
              <a:rPr lang="en-IN" sz="2200" dirty="0">
                <a:latin typeface="Times New Roman" panose="02020603050405020304" pitchFamily="18" charset="0"/>
                <a:cs typeface="Times New Roman" panose="02020603050405020304" pitchFamily="18" charset="0"/>
              </a:rPr>
              <a:t> Similar to BPE, it effectively breaks down unknown words into known </a:t>
            </a:r>
            <a:r>
              <a:rPr lang="en-IN" sz="2200" dirty="0" err="1">
                <a:latin typeface="Times New Roman" panose="02020603050405020304" pitchFamily="18" charset="0"/>
                <a:cs typeface="Times New Roman" panose="02020603050405020304" pitchFamily="18" charset="0"/>
              </a:rPr>
              <a:t>subwords</a:t>
            </a:r>
            <a:r>
              <a:rPr lang="en-IN" sz="2200" dirty="0">
                <a:latin typeface="Times New Roman" panose="02020603050405020304" pitchFamily="18" charset="0"/>
                <a:cs typeface="Times New Roman" panose="02020603050405020304" pitchFamily="18" charset="0"/>
              </a:rPr>
              <a:t>.</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B051E552-AD1E-7E46-0248-08460F18F016}"/>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663608E0-01AE-CB61-D5B0-526D4C2558A4}"/>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F8604EB3-E037-DEBF-EFA1-3D38BE7E14F2}"/>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4D37EBBA-9484-24AF-7024-E444073D1D46}"/>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C8957AE0-EB5D-E6F2-45A5-2D638E4443E8}"/>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3EF42E05-A769-ED3F-7AEF-1BDC44B417F7}"/>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2" name="Rectangle 1">
            <a:extLst>
              <a:ext uri="{FF2B5EF4-FFF2-40B4-BE49-F238E27FC236}">
                <a16:creationId xmlns:a16="http://schemas.microsoft.com/office/drawing/2014/main" id="{400B93A7-A0B2-3ADF-44F6-4F9527F3A4A4}"/>
              </a:ext>
            </a:extLst>
          </p:cNvPr>
          <p:cNvSpPr/>
          <p:nvPr/>
        </p:nvSpPr>
        <p:spPr>
          <a:xfrm>
            <a:off x="633929" y="4257193"/>
            <a:ext cx="7332487" cy="461665"/>
          </a:xfrm>
          <a:prstGeom prst="rect">
            <a:avLst/>
          </a:prstGeom>
        </p:spPr>
        <p:txBody>
          <a:bodyPr wrap="square">
            <a:spAutoFit/>
          </a:bodyPr>
          <a:lstStyle/>
          <a:p>
            <a:r>
              <a:rPr lang="en-IN" sz="2400" dirty="0">
                <a:solidFill>
                  <a:schemeClr val="accent1"/>
                </a:solidFill>
              </a:rPr>
              <a:t>Limitations of </a:t>
            </a:r>
            <a:r>
              <a:rPr lang="en-IN" sz="2400" dirty="0" err="1">
                <a:solidFill>
                  <a:schemeClr val="accent1"/>
                </a:solidFill>
              </a:rPr>
              <a:t>Wordpiece</a:t>
            </a:r>
            <a:endParaRPr lang="en-IN" sz="2400" dirty="0">
              <a:solidFill>
                <a:schemeClr val="accent1"/>
              </a:solidFill>
            </a:endParaRPr>
          </a:p>
        </p:txBody>
      </p:sp>
      <p:sp>
        <p:nvSpPr>
          <p:cNvPr id="6" name="Rectangle 5">
            <a:extLst>
              <a:ext uri="{FF2B5EF4-FFF2-40B4-BE49-F238E27FC236}">
                <a16:creationId xmlns:a16="http://schemas.microsoft.com/office/drawing/2014/main" id="{C9FAE3AB-BE30-A92C-52E5-DF67D8EBDE1C}"/>
              </a:ext>
            </a:extLst>
          </p:cNvPr>
          <p:cNvSpPr/>
          <p:nvPr/>
        </p:nvSpPr>
        <p:spPr>
          <a:xfrm>
            <a:off x="881518" y="4748916"/>
            <a:ext cx="9938882" cy="2400657"/>
          </a:xfrm>
          <a:prstGeom prst="rect">
            <a:avLst/>
          </a:prstGeom>
        </p:spPr>
        <p:txBody>
          <a:bodyPr wrap="square">
            <a:spAutoFit/>
          </a:bodyPr>
          <a:lstStyle/>
          <a:p>
            <a:pPr lvl="0" algn="just"/>
            <a:r>
              <a:rPr lang="en-IN" sz="2200" b="1" dirty="0">
                <a:latin typeface="Times New Roman" panose="02020603050405020304" pitchFamily="18" charset="0"/>
                <a:cs typeface="Times New Roman" panose="02020603050405020304" pitchFamily="18" charset="0"/>
              </a:rPr>
              <a:t>Requires Pre-tokenization:</a:t>
            </a:r>
            <a:r>
              <a:rPr lang="en-IN" sz="2200" dirty="0">
                <a:latin typeface="Times New Roman" panose="02020603050405020304" pitchFamily="18" charset="0"/>
                <a:cs typeface="Times New Roman" panose="02020603050405020304" pitchFamily="18" charset="0"/>
              </a:rPr>
              <a:t> Like BPE, it typically relies on an initial word split (e.g., by spaces), which can be problematic for certain languages that lack clear word boundaries.</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Prefix Markings:</a:t>
            </a:r>
            <a:r>
              <a:rPr lang="en-IN" sz="2200" dirty="0">
                <a:latin typeface="Times New Roman" panose="02020603050405020304" pitchFamily="18" charset="0"/>
                <a:cs typeface="Times New Roman" panose="02020603050405020304" pitchFamily="18" charset="0"/>
              </a:rPr>
              <a:t> The ## prefix for internal </a:t>
            </a:r>
            <a:r>
              <a:rPr lang="en-IN" sz="2200" dirty="0" err="1">
                <a:latin typeface="Times New Roman" panose="02020603050405020304" pitchFamily="18" charset="0"/>
                <a:cs typeface="Times New Roman" panose="02020603050405020304" pitchFamily="18" charset="0"/>
              </a:rPr>
              <a:t>subwords</a:t>
            </a:r>
            <a:r>
              <a:rPr lang="en-IN" sz="2200" dirty="0">
                <a:latin typeface="Times New Roman" panose="02020603050405020304" pitchFamily="18" charset="0"/>
                <a:cs typeface="Times New Roman" panose="02020603050405020304" pitchFamily="18" charset="0"/>
              </a:rPr>
              <a:t> can sometimes be less intuitive for human interpretation.</a:t>
            </a:r>
          </a:p>
          <a:p>
            <a:endParaRPr lang="en-US" dirty="0"/>
          </a:p>
        </p:txBody>
      </p:sp>
    </p:spTree>
    <p:extLst>
      <p:ext uri="{BB962C8B-B14F-4D97-AF65-F5344CB8AC3E}">
        <p14:creationId xmlns:p14="http://schemas.microsoft.com/office/powerpoint/2010/main" val="53979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67E66-254E-73B2-40B4-88611EBD66F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2A03280-8C8C-7F38-6A62-38A658A61570}"/>
              </a:ext>
            </a:extLst>
          </p:cNvPr>
          <p:cNvSpPr/>
          <p:nvPr/>
        </p:nvSpPr>
        <p:spPr>
          <a:xfrm>
            <a:off x="697028" y="691688"/>
            <a:ext cx="8081212" cy="461665"/>
          </a:xfrm>
          <a:prstGeom prst="rect">
            <a:avLst/>
          </a:prstGeom>
        </p:spPr>
        <p:txBody>
          <a:bodyPr wrap="square">
            <a:spAutoFit/>
          </a:bodyPr>
          <a:lstStyle/>
          <a:p>
            <a:r>
              <a:rPr lang="en-IN" sz="2400" dirty="0" err="1">
                <a:solidFill>
                  <a:schemeClr val="accent1"/>
                </a:solidFill>
              </a:rPr>
              <a:t>Subword</a:t>
            </a:r>
            <a:r>
              <a:rPr lang="en-IN" sz="2400" dirty="0">
                <a:solidFill>
                  <a:schemeClr val="accent1"/>
                </a:solidFill>
              </a:rPr>
              <a:t> Level Tokenization (</a:t>
            </a:r>
            <a:r>
              <a:rPr lang="en-IN" sz="2400" b="1" dirty="0" err="1">
                <a:solidFill>
                  <a:srgbClr val="FF0000"/>
                </a:solidFill>
                <a:highlight>
                  <a:srgbClr val="FFFF00"/>
                </a:highlight>
              </a:rPr>
              <a:t>Sentencepiece</a:t>
            </a:r>
            <a:r>
              <a:rPr lang="en-IN" sz="2400" b="1" dirty="0">
                <a:solidFill>
                  <a:srgbClr val="FF0000"/>
                </a:solidFill>
                <a:highlight>
                  <a:srgbClr val="FFFF00"/>
                </a:highlight>
              </a:rPr>
              <a:t> Tokenization</a:t>
            </a:r>
            <a:r>
              <a:rPr lang="en-IN" sz="2400" dirty="0">
                <a:solidFill>
                  <a:schemeClr val="accent1"/>
                </a:solidFill>
              </a:rPr>
              <a:t>)</a:t>
            </a:r>
          </a:p>
        </p:txBody>
      </p:sp>
      <p:cxnSp>
        <p:nvCxnSpPr>
          <p:cNvPr id="8" name="Straight Connector 7">
            <a:extLst>
              <a:ext uri="{FF2B5EF4-FFF2-40B4-BE49-F238E27FC236}">
                <a16:creationId xmlns:a16="http://schemas.microsoft.com/office/drawing/2014/main" id="{A9AF5C8D-2621-E947-24F7-6CAAB0C1B290}"/>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EA5CA47-7B8F-2BA1-7E2E-EAF917AA7264}"/>
              </a:ext>
            </a:extLst>
          </p:cNvPr>
          <p:cNvSpPr/>
          <p:nvPr/>
        </p:nvSpPr>
        <p:spPr>
          <a:xfrm>
            <a:off x="300788" y="1261070"/>
            <a:ext cx="9920171" cy="2123658"/>
          </a:xfrm>
          <a:prstGeom prst="rect">
            <a:avLst/>
          </a:prstGeom>
        </p:spPr>
        <p:txBody>
          <a:bodyPr wrap="square">
            <a:spAutoFit/>
          </a:bodyPr>
          <a:lstStyle/>
          <a:p>
            <a:pPr algn="just"/>
            <a:r>
              <a:rPr lang="en-IN" sz="2200" b="1" dirty="0" err="1">
                <a:latin typeface="Times New Roman" panose="02020603050405020304" pitchFamily="18" charset="0"/>
                <a:cs typeface="Times New Roman" panose="02020603050405020304" pitchFamily="18" charset="0"/>
              </a:rPr>
              <a:t>SentencePiece</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treats the input text as a raw stream of characters, including spaces, eliminating the need for an initial word split.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This approach allows </a:t>
            </a:r>
            <a:r>
              <a:rPr lang="en-IN" sz="2200" dirty="0" err="1">
                <a:latin typeface="Times New Roman" panose="02020603050405020304" pitchFamily="18" charset="0"/>
                <a:cs typeface="Times New Roman" panose="02020603050405020304" pitchFamily="18" charset="0"/>
              </a:rPr>
              <a:t>SentencePiece</a:t>
            </a:r>
            <a:r>
              <a:rPr lang="en-IN" sz="2200" dirty="0">
                <a:latin typeface="Times New Roman" panose="02020603050405020304" pitchFamily="18" charset="0"/>
                <a:cs typeface="Times New Roman" panose="02020603050405020304" pitchFamily="18" charset="0"/>
              </a:rPr>
              <a:t> to handle languages with ambiguous word boundaries (like Chinese, Japanese, and Korean) seamlessly, making it a versatile choice for multilingual and non-space-delimited languages. </a:t>
            </a:r>
            <a:endParaRPr lang="en-US" sz="2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2ECE02AC-416E-0B73-FD51-47444B1B717E}"/>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54CFC942-E50D-4A63-6D19-60D983D997A9}"/>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B46A0E96-0896-461C-A1CA-6A42ADC3C06E}"/>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902F810E-91CB-3D4C-C264-1E25954F62BB}"/>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F2FF3446-E6B1-42B3-4C88-8F6EDD8616B5}"/>
              </a:ext>
            </a:extLst>
          </p:cNvPr>
          <p:cNvPicPr/>
          <p:nvPr/>
        </p:nvPicPr>
        <p:blipFill>
          <a:blip r:embed="rId15" cstate="print"/>
          <a:stretch>
            <a:fillRect/>
          </a:stretch>
        </p:blipFill>
        <p:spPr>
          <a:xfrm>
            <a:off x="11226010" y="62118"/>
            <a:ext cx="870585" cy="1378458"/>
          </a:xfrm>
          <a:prstGeom prst="rect">
            <a:avLst/>
          </a:prstGeom>
        </p:spPr>
      </p:pic>
      <p:sp>
        <p:nvSpPr>
          <p:cNvPr id="4" name="Rectangle 3">
            <a:extLst>
              <a:ext uri="{FF2B5EF4-FFF2-40B4-BE49-F238E27FC236}">
                <a16:creationId xmlns:a16="http://schemas.microsoft.com/office/drawing/2014/main" id="{A43FCF03-29E2-E5DA-F5CF-19B1B115A4C1}"/>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2" name="Picture 1">
            <a:extLst>
              <a:ext uri="{FF2B5EF4-FFF2-40B4-BE49-F238E27FC236}">
                <a16:creationId xmlns:a16="http://schemas.microsoft.com/office/drawing/2014/main" id="{E29D346D-057B-0714-558C-D999C4E5A423}"/>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5584444" y="3384728"/>
            <a:ext cx="5731510" cy="2336165"/>
          </a:xfrm>
          <a:prstGeom prst="rect">
            <a:avLst/>
          </a:prstGeom>
          <a:noFill/>
          <a:ln>
            <a:noFill/>
          </a:ln>
        </p:spPr>
      </p:pic>
      <p:sp>
        <p:nvSpPr>
          <p:cNvPr id="10" name="TextBox 9">
            <a:extLst>
              <a:ext uri="{FF2B5EF4-FFF2-40B4-BE49-F238E27FC236}">
                <a16:creationId xmlns:a16="http://schemas.microsoft.com/office/drawing/2014/main" id="{1CC5D7F8-01AF-BA45-19FE-2F7D25D606FA}"/>
              </a:ext>
            </a:extLst>
          </p:cNvPr>
          <p:cNvSpPr txBox="1"/>
          <p:nvPr/>
        </p:nvSpPr>
        <p:spPr>
          <a:xfrm>
            <a:off x="95250" y="4552810"/>
            <a:ext cx="6096000" cy="671915"/>
          </a:xfrm>
          <a:prstGeom prst="rect">
            <a:avLst/>
          </a:prstGeom>
          <a:noFill/>
        </p:spPr>
        <p:txBody>
          <a:bodyPr wrap="square">
            <a:spAutoFit/>
          </a:bodyPr>
          <a:lstStyle/>
          <a:p>
            <a:pPr>
              <a:lnSpc>
                <a:spcPct val="107000"/>
              </a:lnSpc>
              <a:spcAft>
                <a:spcPts val="800"/>
              </a:spcAft>
              <a:buNone/>
            </a:pP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SentencePiece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processes the input text as a continuous stream of characters, including spaces.</a:t>
            </a:r>
          </a:p>
        </p:txBody>
      </p:sp>
      <mc:AlternateContent xmlns:mc="http://schemas.openxmlformats.org/markup-compatibility/2006">
        <mc:Choice xmlns:p14="http://schemas.microsoft.com/office/powerpoint/2010/main" Requires="p14">
          <p:contentPart p14:bwMode="auto" r:id="rId17">
            <p14:nvContentPartPr>
              <p14:cNvPr id="6" name="Ink 5">
                <a:extLst>
                  <a:ext uri="{FF2B5EF4-FFF2-40B4-BE49-F238E27FC236}">
                    <a16:creationId xmlns:a16="http://schemas.microsoft.com/office/drawing/2014/main" id="{A5A9CC3F-27D0-FD2A-1D81-73577E5B6359}"/>
                  </a:ext>
                </a:extLst>
              </p14:cNvPr>
              <p14:cNvContentPartPr/>
              <p14:nvPr/>
            </p14:nvContentPartPr>
            <p14:xfrm>
              <a:off x="692280" y="3381480"/>
              <a:ext cx="2581560" cy="755280"/>
            </p14:xfrm>
          </p:contentPart>
        </mc:Choice>
        <mc:Fallback>
          <p:pic>
            <p:nvPicPr>
              <p:cNvPr id="6" name="Ink 5">
                <a:extLst>
                  <a:ext uri="{FF2B5EF4-FFF2-40B4-BE49-F238E27FC236}">
                    <a16:creationId xmlns:a16="http://schemas.microsoft.com/office/drawing/2014/main" id="{A5A9CC3F-27D0-FD2A-1D81-73577E5B6359}"/>
                  </a:ext>
                </a:extLst>
              </p:cNvPr>
              <p:cNvPicPr/>
              <p:nvPr/>
            </p:nvPicPr>
            <p:blipFill>
              <a:blip r:embed="rId18"/>
              <a:stretch>
                <a:fillRect/>
              </a:stretch>
            </p:blipFill>
            <p:spPr>
              <a:xfrm>
                <a:off x="682920" y="3372120"/>
                <a:ext cx="2600280" cy="774000"/>
              </a:xfrm>
              <a:prstGeom prst="rect">
                <a:avLst/>
              </a:prstGeom>
            </p:spPr>
          </p:pic>
        </mc:Fallback>
      </mc:AlternateContent>
    </p:spTree>
    <p:extLst>
      <p:ext uri="{BB962C8B-B14F-4D97-AF65-F5344CB8AC3E}">
        <p14:creationId xmlns:p14="http://schemas.microsoft.com/office/powerpoint/2010/main" val="3311324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7BCE2-110E-EBB0-872E-565B98A8984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83D2D9A-CF9C-972E-7AAD-19671EE9996B}"/>
              </a:ext>
            </a:extLst>
          </p:cNvPr>
          <p:cNvSpPr/>
          <p:nvPr/>
        </p:nvSpPr>
        <p:spPr>
          <a:xfrm>
            <a:off x="697028" y="691688"/>
            <a:ext cx="8081212" cy="461665"/>
          </a:xfrm>
          <a:prstGeom prst="rect">
            <a:avLst/>
          </a:prstGeom>
        </p:spPr>
        <p:txBody>
          <a:bodyPr wrap="square">
            <a:spAutoFit/>
          </a:bodyPr>
          <a:lstStyle/>
          <a:p>
            <a:r>
              <a:rPr lang="en-IN" sz="2400" dirty="0">
                <a:solidFill>
                  <a:schemeClr val="accent1"/>
                </a:solidFill>
              </a:rPr>
              <a:t>How </a:t>
            </a:r>
            <a:r>
              <a:rPr lang="en-IN" sz="2400" dirty="0" err="1">
                <a:solidFill>
                  <a:schemeClr val="accent1"/>
                </a:solidFill>
              </a:rPr>
              <a:t>Sentencepiece</a:t>
            </a:r>
            <a:r>
              <a:rPr lang="en-IN" sz="2400" dirty="0">
                <a:solidFill>
                  <a:schemeClr val="accent1"/>
                </a:solidFill>
              </a:rPr>
              <a:t> </a:t>
            </a:r>
            <a:r>
              <a:rPr lang="en-IN" sz="2400" dirty="0" err="1">
                <a:solidFill>
                  <a:schemeClr val="accent1"/>
                </a:solidFill>
              </a:rPr>
              <a:t>WOrks</a:t>
            </a:r>
            <a:endParaRPr lang="en-IN" sz="2400" dirty="0">
              <a:solidFill>
                <a:schemeClr val="accent1"/>
              </a:solidFill>
            </a:endParaRPr>
          </a:p>
        </p:txBody>
      </p:sp>
      <p:cxnSp>
        <p:nvCxnSpPr>
          <p:cNvPr id="8" name="Straight Connector 7">
            <a:extLst>
              <a:ext uri="{FF2B5EF4-FFF2-40B4-BE49-F238E27FC236}">
                <a16:creationId xmlns:a16="http://schemas.microsoft.com/office/drawing/2014/main" id="{5CFAC33E-DC6A-B271-4E43-CCFF97DD695B}"/>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9D47332-C9AB-D91F-556A-12803E2B3C69}"/>
              </a:ext>
            </a:extLst>
          </p:cNvPr>
          <p:cNvSpPr/>
          <p:nvPr/>
        </p:nvSpPr>
        <p:spPr>
          <a:xfrm>
            <a:off x="300788" y="1261070"/>
            <a:ext cx="11301932" cy="6278642"/>
          </a:xfrm>
          <a:prstGeom prst="rect">
            <a:avLst/>
          </a:prstGeom>
        </p:spPr>
        <p:txBody>
          <a:bodyPr wrap="square">
            <a:spAutoFit/>
          </a:bodyPr>
          <a:lstStyle/>
          <a:p>
            <a:r>
              <a:rPr lang="en-IN" sz="2000" b="1" dirty="0">
                <a:latin typeface="Times New Roman" panose="02020603050405020304" pitchFamily="18" charset="0"/>
                <a:cs typeface="Times New Roman" panose="02020603050405020304" pitchFamily="18" charset="0"/>
              </a:rPr>
              <a:t>Input as Character Stream</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SentencePiece</a:t>
            </a:r>
            <a:r>
              <a:rPr lang="en-IN" sz="2000" dirty="0">
                <a:latin typeface="Times New Roman" panose="02020603050405020304" pitchFamily="18" charset="0"/>
                <a:cs typeface="Times New Roman" panose="02020603050405020304" pitchFamily="18" charset="0"/>
              </a:rPr>
              <a:t> considers the entire input text as a continuous sequence of characters, including spaces. It replaces spaces with </a:t>
            </a:r>
            <a:r>
              <a:rPr lang="en-IN" sz="2000" b="1" dirty="0">
                <a:latin typeface="Times New Roman" panose="02020603050405020304" pitchFamily="18" charset="0"/>
                <a:cs typeface="Times New Roman" panose="02020603050405020304" pitchFamily="18" charset="0"/>
              </a:rPr>
              <a:t>a special placeholder character (typically _)</a:t>
            </a:r>
            <a:r>
              <a:rPr lang="en-IN" sz="2000" dirty="0">
                <a:latin typeface="Times New Roman" panose="02020603050405020304" pitchFamily="18" charset="0"/>
                <a:cs typeface="Times New Roman" panose="02020603050405020304" pitchFamily="18" charset="0"/>
              </a:rPr>
              <a:t>.</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Merging Algorithm</a:t>
            </a:r>
            <a:r>
              <a:rPr lang="en-IN" sz="2000" dirty="0">
                <a:latin typeface="Times New Roman" panose="02020603050405020304" pitchFamily="18" charset="0"/>
                <a:cs typeface="Times New Roman" panose="02020603050405020304" pitchFamily="18" charset="0"/>
              </a:rPr>
              <a:t>: It can employ either a </a:t>
            </a:r>
            <a:r>
              <a:rPr lang="en-IN" sz="2000" b="1" dirty="0">
                <a:latin typeface="Times New Roman" panose="02020603050405020304" pitchFamily="18" charset="0"/>
                <a:cs typeface="Times New Roman" panose="02020603050405020304" pitchFamily="18" charset="0"/>
              </a:rPr>
              <a:t>BPE-like merging</a:t>
            </a:r>
            <a:r>
              <a:rPr lang="en-IN" sz="2000" dirty="0">
                <a:latin typeface="Times New Roman" panose="02020603050405020304" pitchFamily="18" charset="0"/>
                <a:cs typeface="Times New Roman" panose="02020603050405020304" pitchFamily="18" charset="0"/>
              </a:rPr>
              <a:t> algorithm (merging most frequent pairs) or a </a:t>
            </a:r>
            <a:r>
              <a:rPr lang="en-IN" sz="2000" b="1" dirty="0">
                <a:latin typeface="Times New Roman" panose="02020603050405020304" pitchFamily="18" charset="0"/>
                <a:cs typeface="Times New Roman" panose="02020603050405020304" pitchFamily="18" charset="0"/>
              </a:rPr>
              <a:t>Unigram Language Model</a:t>
            </a:r>
            <a:r>
              <a:rPr lang="en-IN" sz="2000" dirty="0">
                <a:latin typeface="Times New Roman" panose="02020603050405020304" pitchFamily="18" charset="0"/>
                <a:cs typeface="Times New Roman" panose="02020603050405020304" pitchFamily="18" charset="0"/>
              </a:rPr>
              <a:t> tokenizer.</a:t>
            </a:r>
          </a:p>
          <a:p>
            <a:pPr lvl="0"/>
            <a:r>
              <a:rPr lang="en-IN" sz="2000" b="1" dirty="0">
                <a:latin typeface="Times New Roman" panose="02020603050405020304" pitchFamily="18" charset="0"/>
                <a:cs typeface="Times New Roman" panose="02020603050405020304" pitchFamily="18" charset="0"/>
              </a:rPr>
              <a:t>	BPE-like merging:</a:t>
            </a:r>
            <a:r>
              <a:rPr lang="en-IN" sz="2000" dirty="0">
                <a:latin typeface="Times New Roman" panose="02020603050405020304" pitchFamily="18" charset="0"/>
                <a:cs typeface="Times New Roman" panose="02020603050405020304" pitchFamily="18" charset="0"/>
              </a:rPr>
              <a:t> It iteratively merges the most frequent character/</a:t>
            </a:r>
            <a:r>
              <a:rPr lang="en-IN" sz="2000" dirty="0" err="1">
                <a:latin typeface="Times New Roman" panose="02020603050405020304" pitchFamily="18" charset="0"/>
                <a:cs typeface="Times New Roman" panose="02020603050405020304" pitchFamily="18" charset="0"/>
              </a:rPr>
              <a:t>subword</a:t>
            </a:r>
            <a:r>
              <a:rPr lang="en-IN" sz="2000" dirty="0">
                <a:latin typeface="Times New Roman" panose="02020603050405020304" pitchFamily="18" charset="0"/>
                <a:cs typeface="Times New Roman" panose="02020603050405020304" pitchFamily="18" charset="0"/>
              </a:rPr>
              <a:t> pairs to build the vocabulary.</a:t>
            </a:r>
          </a:p>
          <a:p>
            <a:pPr lvl="0"/>
            <a:r>
              <a:rPr lang="en-IN" sz="2000" b="1" dirty="0">
                <a:latin typeface="Times New Roman" panose="02020603050405020304" pitchFamily="18" charset="0"/>
                <a:cs typeface="Times New Roman" panose="02020603050405020304" pitchFamily="18" charset="0"/>
              </a:rPr>
              <a:t>	Unigram tokenizer:</a:t>
            </a:r>
            <a:r>
              <a:rPr lang="en-IN" sz="2000" dirty="0">
                <a:latin typeface="Times New Roman" panose="02020603050405020304" pitchFamily="18" charset="0"/>
                <a:cs typeface="Times New Roman" panose="02020603050405020304" pitchFamily="18" charset="0"/>
              </a:rPr>
              <a:t> This method works in reverse. It initializes its vocabulary to a very large number of potential tokens and then iteratively prunes (removes) tokens that reduce the likelihood of the training data the least, until the desired vocabulary size is achieved.</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Space Handling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SentencePiece</a:t>
            </a:r>
            <a:r>
              <a:rPr lang="en-IN" sz="2000" dirty="0">
                <a:latin typeface="Times New Roman" panose="02020603050405020304" pitchFamily="18" charset="0"/>
                <a:cs typeface="Times New Roman" panose="02020603050405020304" pitchFamily="18" charset="0"/>
              </a:rPr>
              <a:t> explicitly learns how to handle spaces by treating them as regular characters during training. When tokenizing, it uses an underscore (_) as a placeholder for spaces to ensure the original text can be perfectly reconstructed.</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Reconstructing Sentences</a:t>
            </a:r>
            <a:r>
              <a:rPr lang="en-IN" sz="2000" dirty="0">
                <a:latin typeface="Times New Roman" panose="02020603050405020304" pitchFamily="18" charset="0"/>
                <a:cs typeface="Times New Roman" panose="02020603050405020304" pitchFamily="18" charset="0"/>
              </a:rPr>
              <a:t>: The original sentence can be perfectly </a:t>
            </a:r>
          </a:p>
          <a:p>
            <a:r>
              <a:rPr lang="en-IN" sz="2000" dirty="0">
                <a:latin typeface="Times New Roman" panose="02020603050405020304" pitchFamily="18" charset="0"/>
                <a:cs typeface="Times New Roman" panose="02020603050405020304" pitchFamily="18" charset="0"/>
              </a:rPr>
              <a:t>reconstructed by concatenating the tokens and replacing the </a:t>
            </a:r>
          </a:p>
          <a:p>
            <a:r>
              <a:rPr lang="en-IN" sz="2000" dirty="0">
                <a:latin typeface="Times New Roman" panose="02020603050405020304" pitchFamily="18" charset="0"/>
                <a:cs typeface="Times New Roman" panose="02020603050405020304" pitchFamily="18" charset="0"/>
              </a:rPr>
              <a:t>underscores with spaces.</a:t>
            </a:r>
          </a:p>
          <a:p>
            <a:endParaRPr lang="en-IN" sz="2000" dirty="0">
              <a:latin typeface="Times New Roman" panose="02020603050405020304" pitchFamily="18" charset="0"/>
              <a:cs typeface="Times New Roman" panose="02020603050405020304" pitchFamily="18" charset="0"/>
            </a:endParaRPr>
          </a:p>
          <a:p>
            <a:pPr lvl="0"/>
            <a:endParaRPr lang="en-IN" sz="2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0B5ECC48-8EF9-01A1-D051-59091527894D}"/>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2B195F20-0A70-1F38-BBF0-1CDEC05F8BC0}"/>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6F4D4B6E-9F55-564F-04CE-9D1E06394912}"/>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BF1A21C4-C94F-3198-2780-A49AEFAEEFD8}"/>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1033BCEB-E4E5-713C-0ADF-2C9A70882485}"/>
              </a:ext>
            </a:extLst>
          </p:cNvPr>
          <p:cNvPicPr/>
          <p:nvPr/>
        </p:nvPicPr>
        <p:blipFill>
          <a:blip r:embed="rId15" cstate="print"/>
          <a:stretch>
            <a:fillRect/>
          </a:stretch>
        </p:blipFill>
        <p:spPr>
          <a:xfrm>
            <a:off x="11226010" y="62118"/>
            <a:ext cx="870585" cy="1378458"/>
          </a:xfrm>
          <a:prstGeom prst="rect">
            <a:avLst/>
          </a:prstGeom>
        </p:spPr>
      </p:pic>
      <p:sp>
        <p:nvSpPr>
          <p:cNvPr id="4" name="Rectangle 3">
            <a:extLst>
              <a:ext uri="{FF2B5EF4-FFF2-40B4-BE49-F238E27FC236}">
                <a16:creationId xmlns:a16="http://schemas.microsoft.com/office/drawing/2014/main" id="{9F3A8991-A2DF-52CA-D53E-777F83CC5296}"/>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6" name="Picture 5">
            <a:extLst>
              <a:ext uri="{FF2B5EF4-FFF2-40B4-BE49-F238E27FC236}">
                <a16:creationId xmlns:a16="http://schemas.microsoft.com/office/drawing/2014/main" id="{7ED80CC2-198A-4BA4-75AD-976FAC64D9F4}"/>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007836" y="5671041"/>
            <a:ext cx="4761455" cy="1179022"/>
          </a:xfrm>
          <a:prstGeom prst="rect">
            <a:avLst/>
          </a:prstGeom>
          <a:noFill/>
          <a:ln>
            <a:noFill/>
          </a:ln>
        </p:spPr>
      </p:pic>
      <mc:AlternateContent xmlns:mc="http://schemas.openxmlformats.org/markup-compatibility/2006">
        <mc:Choice xmlns:p14="http://schemas.microsoft.com/office/powerpoint/2010/main" Requires="p14">
          <p:contentPart p14:bwMode="auto" r:id="rId17">
            <p14:nvContentPartPr>
              <p14:cNvPr id="2" name="Ink 1">
                <a:extLst>
                  <a:ext uri="{FF2B5EF4-FFF2-40B4-BE49-F238E27FC236}">
                    <a16:creationId xmlns:a16="http://schemas.microsoft.com/office/drawing/2014/main" id="{9747FF82-71D0-543F-78C6-9BBDF2A41FD9}"/>
                  </a:ext>
                </a:extLst>
              </p14:cNvPr>
              <p14:cNvContentPartPr/>
              <p14:nvPr/>
            </p14:nvContentPartPr>
            <p14:xfrm>
              <a:off x="5065560" y="2558520"/>
              <a:ext cx="6618240" cy="3484800"/>
            </p14:xfrm>
          </p:contentPart>
        </mc:Choice>
        <mc:Fallback>
          <p:pic>
            <p:nvPicPr>
              <p:cNvPr id="2" name="Ink 1">
                <a:extLst>
                  <a:ext uri="{FF2B5EF4-FFF2-40B4-BE49-F238E27FC236}">
                    <a16:creationId xmlns:a16="http://schemas.microsoft.com/office/drawing/2014/main" id="{9747FF82-71D0-543F-78C6-9BBDF2A41FD9}"/>
                  </a:ext>
                </a:extLst>
              </p:cNvPr>
              <p:cNvPicPr/>
              <p:nvPr/>
            </p:nvPicPr>
            <p:blipFill>
              <a:blip r:embed="rId18"/>
              <a:stretch>
                <a:fillRect/>
              </a:stretch>
            </p:blipFill>
            <p:spPr>
              <a:xfrm>
                <a:off x="5056200" y="2549160"/>
                <a:ext cx="6636960" cy="3503520"/>
              </a:xfrm>
              <a:prstGeom prst="rect">
                <a:avLst/>
              </a:prstGeom>
            </p:spPr>
          </p:pic>
        </mc:Fallback>
      </mc:AlternateContent>
    </p:spTree>
    <p:extLst>
      <p:ext uri="{BB962C8B-B14F-4D97-AF65-F5344CB8AC3E}">
        <p14:creationId xmlns:p14="http://schemas.microsoft.com/office/powerpoint/2010/main" val="410772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559A0-69DE-3ECE-5364-0239C07C741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7D579065-17CA-115F-3345-ED05C6A80E7A}"/>
              </a:ext>
            </a:extLst>
          </p:cNvPr>
          <p:cNvSpPr/>
          <p:nvPr/>
        </p:nvSpPr>
        <p:spPr>
          <a:xfrm>
            <a:off x="697028" y="691688"/>
            <a:ext cx="8081212" cy="461665"/>
          </a:xfrm>
          <a:prstGeom prst="rect">
            <a:avLst/>
          </a:prstGeom>
        </p:spPr>
        <p:txBody>
          <a:bodyPr wrap="square">
            <a:spAutoFit/>
          </a:bodyPr>
          <a:lstStyle/>
          <a:p>
            <a:r>
              <a:rPr lang="en-IN" sz="2400" dirty="0">
                <a:solidFill>
                  <a:schemeClr val="accent1"/>
                </a:solidFill>
              </a:rPr>
              <a:t>How </a:t>
            </a:r>
            <a:r>
              <a:rPr lang="en-IN" sz="2400" dirty="0" err="1">
                <a:solidFill>
                  <a:schemeClr val="accent1"/>
                </a:solidFill>
              </a:rPr>
              <a:t>Sentencepiece</a:t>
            </a:r>
            <a:r>
              <a:rPr lang="en-IN" sz="2400" dirty="0">
                <a:solidFill>
                  <a:schemeClr val="accent1"/>
                </a:solidFill>
              </a:rPr>
              <a:t> </a:t>
            </a:r>
            <a:r>
              <a:rPr lang="en-IN" sz="2400" dirty="0" err="1">
                <a:solidFill>
                  <a:schemeClr val="accent1"/>
                </a:solidFill>
              </a:rPr>
              <a:t>WOrks</a:t>
            </a:r>
            <a:endParaRPr lang="en-IN" sz="2400" dirty="0">
              <a:solidFill>
                <a:schemeClr val="accent1"/>
              </a:solidFill>
            </a:endParaRPr>
          </a:p>
        </p:txBody>
      </p:sp>
      <p:cxnSp>
        <p:nvCxnSpPr>
          <p:cNvPr id="8" name="Straight Connector 7">
            <a:extLst>
              <a:ext uri="{FF2B5EF4-FFF2-40B4-BE49-F238E27FC236}">
                <a16:creationId xmlns:a16="http://schemas.microsoft.com/office/drawing/2014/main" id="{A133EE62-5DAC-0FA2-FFFE-32A6E78A3ABE}"/>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7110B022-A7C0-49DD-D7B0-8F1871FEBA85}"/>
              </a:ext>
            </a:extLst>
          </p:cNvPr>
          <p:cNvSpPr/>
          <p:nvPr/>
        </p:nvSpPr>
        <p:spPr>
          <a:xfrm>
            <a:off x="300788" y="1261070"/>
            <a:ext cx="6191452" cy="6370975"/>
          </a:xfrm>
          <a:prstGeom prst="rect">
            <a:avLst/>
          </a:prstGeom>
        </p:spPr>
        <p:txBody>
          <a:bodyPr wrap="square">
            <a:spAutoFit/>
          </a:bodyPr>
          <a:lstStyle/>
          <a:p>
            <a:r>
              <a:rPr lang="en-IN" sz="2000" b="1" dirty="0">
                <a:latin typeface="Times New Roman" panose="02020603050405020304" pitchFamily="18" charset="0"/>
                <a:cs typeface="Times New Roman" panose="02020603050405020304" pitchFamily="18" charset="0"/>
              </a:rPr>
              <a:t>Input Text : “</a:t>
            </a:r>
            <a:r>
              <a:rPr lang="en-IN" dirty="0"/>
              <a:t>low </a:t>
            </a:r>
            <a:r>
              <a:rPr lang="en-IN" dirty="0" err="1"/>
              <a:t>low</a:t>
            </a:r>
            <a:r>
              <a:rPr lang="en-IN" dirty="0"/>
              <a:t> </a:t>
            </a:r>
            <a:r>
              <a:rPr lang="en-IN" dirty="0" err="1"/>
              <a:t>low</a:t>
            </a:r>
            <a:r>
              <a:rPr lang="en-IN" dirty="0"/>
              <a:t> </a:t>
            </a:r>
            <a:r>
              <a:rPr lang="en-IN" dirty="0" err="1"/>
              <a:t>low</a:t>
            </a:r>
            <a:r>
              <a:rPr lang="en-IN" dirty="0"/>
              <a:t> </a:t>
            </a:r>
            <a:r>
              <a:rPr lang="en-IN" dirty="0" err="1"/>
              <a:t>low</a:t>
            </a:r>
            <a:r>
              <a:rPr lang="en-IN" dirty="0"/>
              <a:t> lower </a:t>
            </a:r>
            <a:r>
              <a:rPr lang="en-IN" dirty="0" err="1"/>
              <a:t>lower</a:t>
            </a:r>
            <a:r>
              <a:rPr lang="en-IN" dirty="0"/>
              <a:t> newest </a:t>
            </a:r>
            <a:r>
              <a:rPr lang="en-IN" dirty="0" err="1"/>
              <a:t>newest</a:t>
            </a:r>
            <a:r>
              <a:rPr lang="en-IN" dirty="0"/>
              <a:t> </a:t>
            </a:r>
            <a:r>
              <a:rPr lang="en-IN" dirty="0" err="1"/>
              <a:t>newest</a:t>
            </a:r>
            <a:r>
              <a:rPr lang="en-IN" dirty="0"/>
              <a:t> </a:t>
            </a:r>
            <a:r>
              <a:rPr lang="en-IN" dirty="0" err="1"/>
              <a:t>newest</a:t>
            </a:r>
            <a:r>
              <a:rPr lang="en-IN" dirty="0"/>
              <a:t> </a:t>
            </a:r>
            <a:r>
              <a:rPr lang="en-IN" dirty="0" err="1"/>
              <a:t>newest</a:t>
            </a:r>
            <a:r>
              <a:rPr lang="en-IN" dirty="0"/>
              <a:t> </a:t>
            </a:r>
            <a:r>
              <a:rPr lang="en-IN" dirty="0" err="1"/>
              <a:t>newest</a:t>
            </a:r>
            <a:r>
              <a:rPr lang="en-IN" dirty="0"/>
              <a:t> widest </a:t>
            </a:r>
            <a:r>
              <a:rPr lang="en-IN" dirty="0" err="1"/>
              <a:t>widest</a:t>
            </a:r>
            <a:r>
              <a:rPr lang="en-IN" dirty="0"/>
              <a:t> </a:t>
            </a:r>
            <a:r>
              <a:rPr lang="en-IN" dirty="0" err="1"/>
              <a:t>widest</a:t>
            </a:r>
            <a:r>
              <a:rPr lang="en-IN" dirty="0"/>
              <a:t>”</a:t>
            </a:r>
          </a:p>
          <a:p>
            <a:endParaRPr lang="en-IN" dirty="0"/>
          </a:p>
          <a:p>
            <a:r>
              <a:rPr lang="en-IN" b="1" dirty="0"/>
              <a:t>Raw text (no preprocessing!)</a:t>
            </a:r>
            <a:endParaRPr lang="en-IN" dirty="0"/>
          </a:p>
          <a:p>
            <a:r>
              <a:rPr lang="en-IN" dirty="0" err="1"/>
              <a:t>SentencePiece</a:t>
            </a:r>
            <a:r>
              <a:rPr lang="en-IN" dirty="0"/>
              <a:t> </a:t>
            </a:r>
            <a:r>
              <a:rPr lang="en-IN" b="1" dirty="0"/>
              <a:t>keeps whitespace</a:t>
            </a:r>
            <a:r>
              <a:rPr lang="en-IN" dirty="0"/>
              <a:t> using ▁:</a:t>
            </a:r>
          </a:p>
          <a:p>
            <a:r>
              <a:rPr lang="en-IN" dirty="0"/>
              <a:t>▁low ▁low ▁low ▁low ▁low ▁lower ▁lower ▁newest ▁newest ▁newest ▁newest ▁newest ▁newest ▁widest ▁widest ▁widest</a:t>
            </a:r>
          </a:p>
          <a:p>
            <a:endParaRPr lang="en-IN" b="1" dirty="0"/>
          </a:p>
          <a:p>
            <a:r>
              <a:rPr lang="en-IN" b="1" dirty="0"/>
              <a:t>Initial large vocabulary (examples)</a:t>
            </a:r>
            <a:endParaRPr lang="en-IN" dirty="0"/>
          </a:p>
          <a:p>
            <a:r>
              <a:rPr lang="en-IN" dirty="0"/>
              <a:t>▁low</a:t>
            </a:r>
          </a:p>
          <a:p>
            <a:r>
              <a:rPr lang="en-IN" dirty="0"/>
              <a:t>▁new</a:t>
            </a:r>
          </a:p>
          <a:p>
            <a:r>
              <a:rPr lang="en-IN" dirty="0"/>
              <a:t>▁</a:t>
            </a:r>
            <a:r>
              <a:rPr lang="en-IN" dirty="0" err="1"/>
              <a:t>wid</a:t>
            </a:r>
            <a:endParaRPr lang="en-IN" dirty="0"/>
          </a:p>
          <a:p>
            <a:r>
              <a:rPr lang="en-IN" dirty="0"/>
              <a:t>est</a:t>
            </a:r>
          </a:p>
          <a:p>
            <a:r>
              <a:rPr lang="en-IN" dirty="0"/>
              <a:t>er</a:t>
            </a:r>
          </a:p>
          <a:p>
            <a:r>
              <a:rPr lang="en-IN" dirty="0"/>
              <a:t>▁lower</a:t>
            </a:r>
          </a:p>
          <a:p>
            <a:r>
              <a:rPr lang="en-IN" dirty="0"/>
              <a:t>▁newest</a:t>
            </a:r>
          </a:p>
          <a:p>
            <a:r>
              <a:rPr lang="en-IN" dirty="0"/>
              <a:t>▁widest</a:t>
            </a:r>
          </a:p>
          <a:p>
            <a:endParaRPr lang="en-IN" sz="200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pPr lvl="0"/>
            <a:endParaRPr lang="en-IN" sz="2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AE998EF8-F100-214F-97D6-09626918A863}"/>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CDACBA3C-6444-E40E-E8B8-C886AF033340}"/>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DA33539E-04C3-39E7-D5F0-1CF691677A08}"/>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28958C8C-4055-CBD7-4EB0-20729A292B5C}"/>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46687693-853F-A96C-4326-230042394598}"/>
              </a:ext>
            </a:extLst>
          </p:cNvPr>
          <p:cNvPicPr/>
          <p:nvPr/>
        </p:nvPicPr>
        <p:blipFill>
          <a:blip r:embed="rId15" cstate="print"/>
          <a:stretch>
            <a:fillRect/>
          </a:stretch>
        </p:blipFill>
        <p:spPr>
          <a:xfrm>
            <a:off x="11226010" y="62118"/>
            <a:ext cx="870585" cy="1378458"/>
          </a:xfrm>
          <a:prstGeom prst="rect">
            <a:avLst/>
          </a:prstGeom>
        </p:spPr>
      </p:pic>
      <p:sp>
        <p:nvSpPr>
          <p:cNvPr id="4" name="Rectangle 3">
            <a:extLst>
              <a:ext uri="{FF2B5EF4-FFF2-40B4-BE49-F238E27FC236}">
                <a16:creationId xmlns:a16="http://schemas.microsoft.com/office/drawing/2014/main" id="{636BFB79-15F0-069F-B481-D24DCC317C72}"/>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7" name="TextBox 6">
            <a:extLst>
              <a:ext uri="{FF2B5EF4-FFF2-40B4-BE49-F238E27FC236}">
                <a16:creationId xmlns:a16="http://schemas.microsoft.com/office/drawing/2014/main" id="{E2375F40-3FFB-641C-C8CC-319B857C4821}"/>
              </a:ext>
            </a:extLst>
          </p:cNvPr>
          <p:cNvSpPr txBox="1"/>
          <p:nvPr/>
        </p:nvSpPr>
        <p:spPr>
          <a:xfrm>
            <a:off x="6475413" y="1333500"/>
            <a:ext cx="4917959" cy="5647508"/>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Unigram probability pruning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SentencePiece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removes tokens that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reduce likelihood least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Final preferred tokens:</a:t>
            </a:r>
          </a:p>
          <a:p>
            <a:pPr>
              <a:lnSpc>
                <a:spcPct val="107000"/>
              </a:lnSpc>
              <a:spcAft>
                <a:spcPts val="800"/>
              </a:spcAft>
              <a:buNone/>
            </a:pP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low</a:t>
            </a:r>
          </a:p>
          <a:p>
            <a:pPr>
              <a:lnSpc>
                <a:spcPct val="107000"/>
              </a:lnSpc>
              <a:spcAft>
                <a:spcPts val="800"/>
              </a:spcAft>
              <a:buNone/>
            </a:pP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new</a:t>
            </a:r>
          </a:p>
          <a:p>
            <a:pPr>
              <a:lnSpc>
                <a:spcPct val="107000"/>
              </a:lnSpc>
              <a:spcAft>
                <a:spcPts val="800"/>
              </a:spcAft>
              <a:buNone/>
            </a:pP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wid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est</a:t>
            </a: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er</a:t>
            </a:r>
          </a:p>
          <a:p>
            <a:r>
              <a:rPr lang="en-IN" b="1" dirty="0"/>
              <a:t>Tokenization</a:t>
            </a:r>
            <a:endParaRPr lang="en-IN" dirty="0"/>
          </a:p>
          <a:p>
            <a:r>
              <a:rPr lang="en-IN" dirty="0"/>
              <a:t>▁low</a:t>
            </a:r>
          </a:p>
          <a:p>
            <a:r>
              <a:rPr lang="en-IN" dirty="0"/>
              <a:t>▁lower  → ▁low + er</a:t>
            </a:r>
          </a:p>
          <a:p>
            <a:r>
              <a:rPr lang="en-IN" dirty="0"/>
              <a:t>▁newest → ▁new + est</a:t>
            </a:r>
          </a:p>
          <a:p>
            <a:r>
              <a:rPr lang="en-IN" dirty="0"/>
              <a:t>▁widest → ▁</a:t>
            </a:r>
            <a:r>
              <a:rPr lang="en-IN" dirty="0" err="1"/>
              <a:t>wid</a:t>
            </a:r>
            <a:r>
              <a:rPr lang="en-IN" dirty="0"/>
              <a:t> + est</a:t>
            </a:r>
          </a:p>
          <a:p>
            <a:pPr>
              <a:lnSpc>
                <a:spcPct val="107000"/>
              </a:lnSpc>
              <a:spcAft>
                <a:spcPts val="800"/>
              </a:spcAft>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7314B35D-D953-29E9-19B9-927718F112AC}"/>
              </a:ext>
            </a:extLst>
          </p:cNvPr>
          <p:cNvSpPr txBox="1"/>
          <p:nvPr/>
        </p:nvSpPr>
        <p:spPr>
          <a:xfrm>
            <a:off x="8470265" y="2929986"/>
            <a:ext cx="3427413" cy="1969578"/>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Final </a:t>
            </a:r>
            <a:r>
              <a:rPr lang="en-IN" sz="1800" b="1" kern="100" dirty="0" err="1">
                <a:effectLst/>
                <a:latin typeface="Calibri" panose="020F0502020204030204" pitchFamily="34" charset="0"/>
                <a:ea typeface="Calibri" panose="020F0502020204030204" pitchFamily="34" charset="0"/>
                <a:cs typeface="Times New Roman" panose="02020603050405020304" pitchFamily="18" charset="0"/>
              </a:rPr>
              <a:t>SentencePiece</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Tokens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low</a:t>
            </a:r>
          </a:p>
          <a:p>
            <a:pPr>
              <a:lnSpc>
                <a:spcPct val="107000"/>
              </a:lnSpc>
              <a:spcAft>
                <a:spcPts val="800"/>
              </a:spcAft>
              <a:buNone/>
            </a:pP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low er</a:t>
            </a:r>
          </a:p>
          <a:p>
            <a:pPr>
              <a:lnSpc>
                <a:spcPct val="107000"/>
              </a:lnSpc>
              <a:spcAft>
                <a:spcPts val="800"/>
              </a:spcAft>
              <a:buNone/>
            </a:pP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new est</a:t>
            </a:r>
          </a:p>
          <a:p>
            <a:pPr>
              <a:lnSpc>
                <a:spcPct val="107000"/>
              </a:lnSpc>
              <a:spcAft>
                <a:spcPts val="800"/>
              </a:spcAft>
              <a:buNone/>
            </a:pP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wid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est</a:t>
            </a:r>
          </a:p>
        </p:txBody>
      </p:sp>
      <mc:AlternateContent xmlns:mc="http://schemas.openxmlformats.org/markup-compatibility/2006">
        <mc:Choice xmlns:p14="http://schemas.microsoft.com/office/powerpoint/2010/main" Requires="p14">
          <p:contentPart p14:bwMode="auto" r:id="rId16">
            <p14:nvContentPartPr>
              <p14:cNvPr id="2" name="Ink 1">
                <a:extLst>
                  <a:ext uri="{FF2B5EF4-FFF2-40B4-BE49-F238E27FC236}">
                    <a16:creationId xmlns:a16="http://schemas.microsoft.com/office/drawing/2014/main" id="{C7A5A3CD-08C2-925F-BBE2-D94AF3F97E9D}"/>
                  </a:ext>
                </a:extLst>
              </p14:cNvPr>
              <p14:cNvContentPartPr/>
              <p14:nvPr/>
            </p14:nvContentPartPr>
            <p14:xfrm>
              <a:off x="812880" y="4140360"/>
              <a:ext cx="780480" cy="2344320"/>
            </p14:xfrm>
          </p:contentPart>
        </mc:Choice>
        <mc:Fallback>
          <p:pic>
            <p:nvPicPr>
              <p:cNvPr id="2" name="Ink 1">
                <a:extLst>
                  <a:ext uri="{FF2B5EF4-FFF2-40B4-BE49-F238E27FC236}">
                    <a16:creationId xmlns:a16="http://schemas.microsoft.com/office/drawing/2014/main" id="{C7A5A3CD-08C2-925F-BBE2-D94AF3F97E9D}"/>
                  </a:ext>
                </a:extLst>
              </p:cNvPr>
              <p:cNvPicPr/>
              <p:nvPr/>
            </p:nvPicPr>
            <p:blipFill>
              <a:blip r:embed="rId17"/>
              <a:stretch>
                <a:fillRect/>
              </a:stretch>
            </p:blipFill>
            <p:spPr>
              <a:xfrm>
                <a:off x="803520" y="4131000"/>
                <a:ext cx="799200" cy="2363040"/>
              </a:xfrm>
              <a:prstGeom prst="rect">
                <a:avLst/>
              </a:prstGeom>
            </p:spPr>
          </p:pic>
        </mc:Fallback>
      </mc:AlternateContent>
    </p:spTree>
    <p:extLst>
      <p:ext uri="{BB962C8B-B14F-4D97-AF65-F5344CB8AC3E}">
        <p14:creationId xmlns:p14="http://schemas.microsoft.com/office/powerpoint/2010/main" val="419891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
                                            <p:txEl>
                                              <p:pRg st="9" end="9"/>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
                                            <p:txEl>
                                              <p:pRg st="10" end="1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
                                            <p:txEl>
                                              <p:pRg st="11" end="11"/>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1A737-D021-99EB-A83D-DC9AA0ED431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A2DFC2A-7D20-5F0A-5FB5-242DD55E6E86}"/>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Strengths of </a:t>
            </a:r>
            <a:r>
              <a:rPr lang="en-IN" sz="2400" dirty="0" err="1">
                <a:solidFill>
                  <a:schemeClr val="accent1"/>
                </a:solidFill>
              </a:rPr>
              <a:t>Sentencepiece</a:t>
            </a:r>
            <a:endParaRPr lang="en-IN" sz="2400" dirty="0">
              <a:solidFill>
                <a:schemeClr val="accent1"/>
              </a:solidFill>
            </a:endParaRPr>
          </a:p>
        </p:txBody>
      </p:sp>
      <p:cxnSp>
        <p:nvCxnSpPr>
          <p:cNvPr id="8" name="Straight Connector 7">
            <a:extLst>
              <a:ext uri="{FF2B5EF4-FFF2-40B4-BE49-F238E27FC236}">
                <a16:creationId xmlns:a16="http://schemas.microsoft.com/office/drawing/2014/main" id="{DFE95842-673F-F3C7-9D99-186EBBD6DD8A}"/>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A647463-CEFA-D1D8-3FB4-C93F35A5CD70}"/>
              </a:ext>
            </a:extLst>
          </p:cNvPr>
          <p:cNvSpPr/>
          <p:nvPr/>
        </p:nvSpPr>
        <p:spPr>
          <a:xfrm>
            <a:off x="729118" y="1454722"/>
            <a:ext cx="9877922" cy="4093428"/>
          </a:xfrm>
          <a:prstGeom prst="rect">
            <a:avLst/>
          </a:prstGeom>
        </p:spPr>
        <p:txBody>
          <a:bodyPr wrap="square">
            <a:spAutoFit/>
          </a:bodyPr>
          <a:lstStyle/>
          <a:p>
            <a:pPr lvl="0" algn="just"/>
            <a:r>
              <a:rPr lang="en-IN" sz="2200" b="1" dirty="0">
                <a:latin typeface="Times New Roman" panose="02020603050405020304" pitchFamily="18" charset="0"/>
                <a:cs typeface="Times New Roman" panose="02020603050405020304" pitchFamily="18" charset="0"/>
              </a:rPr>
              <a:t>Language Agnostic:</a:t>
            </a:r>
            <a:r>
              <a:rPr lang="en-IN" sz="2200" dirty="0">
                <a:latin typeface="Times New Roman" panose="02020603050405020304" pitchFamily="18" charset="0"/>
                <a:cs typeface="Times New Roman" panose="02020603050405020304" pitchFamily="18" charset="0"/>
              </a:rPr>
              <a:t> Handles a wide range of languages, especially those without explicit word boundaries, by treating input as a raw character stream.</a:t>
            </a:r>
          </a:p>
          <a:p>
            <a:pPr lvl="0" algn="just"/>
            <a:endParaRPr lang="en-IN" sz="2200"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No Pre-tokenization:</a:t>
            </a:r>
            <a:r>
              <a:rPr lang="en-IN" sz="2200" dirty="0">
                <a:latin typeface="Times New Roman" panose="02020603050405020304" pitchFamily="18" charset="0"/>
                <a:cs typeface="Times New Roman" panose="02020603050405020304" pitchFamily="18" charset="0"/>
              </a:rPr>
              <a:t> Eliminates the need for language-specific pre-tokenizers, simplifying multilingual pipelines.</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Perfect Reconstruction:</a:t>
            </a:r>
            <a:r>
              <a:rPr lang="en-IN" sz="2200" dirty="0">
                <a:latin typeface="Times New Roman" panose="02020603050405020304" pitchFamily="18" charset="0"/>
                <a:cs typeface="Times New Roman" panose="02020603050405020304" pitchFamily="18" charset="0"/>
              </a:rPr>
              <a:t> Guarantees that the original text can be perfectly reconstructed from its tokens due to explicit space handling.</a:t>
            </a:r>
          </a:p>
          <a:p>
            <a:pPr lvl="0" algn="just"/>
            <a:endParaRPr lang="en-IN" sz="2200" b="1" dirty="0">
              <a:latin typeface="Times New Roman" panose="02020603050405020304" pitchFamily="18" charset="0"/>
              <a:cs typeface="Times New Roman" panose="02020603050405020304" pitchFamily="18" charset="0"/>
            </a:endParaRPr>
          </a:p>
          <a:p>
            <a:pPr lvl="0" algn="just"/>
            <a:r>
              <a:rPr lang="en-IN" sz="2200" b="1" dirty="0">
                <a:latin typeface="Times New Roman" panose="02020603050405020304" pitchFamily="18" charset="0"/>
                <a:cs typeface="Times New Roman" panose="02020603050405020304" pitchFamily="18" charset="0"/>
              </a:rPr>
              <a:t>Flexible Algorithms:</a:t>
            </a:r>
            <a:r>
              <a:rPr lang="en-IN" sz="2200" dirty="0">
                <a:latin typeface="Times New Roman" panose="02020603050405020304" pitchFamily="18" charset="0"/>
                <a:cs typeface="Times New Roman" panose="02020603050405020304" pitchFamily="18" charset="0"/>
              </a:rPr>
              <a:t> Can use both BPE and Unigram LM approaches for vocabulary learning.</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346E2BB5-9114-B01D-E3C5-35FBAA3DFDF6}"/>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FB9F787F-EA50-88D4-C9D0-B36AF2859414}"/>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8F35ED6E-E673-C04D-0695-DE958463FB71}"/>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C95062FD-E16E-CF45-430F-20FB9120F11E}"/>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4F95365E-3E9A-A948-DBD0-5B7DC95B4B41}"/>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90CB5B32-B188-6BA9-9E31-B337A6D8701C}"/>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mc:AlternateContent xmlns:mc="http://schemas.openxmlformats.org/markup-compatibility/2006">
        <mc:Choice xmlns:p14="http://schemas.microsoft.com/office/powerpoint/2010/main" Requires="p14">
          <p:contentPart p14:bwMode="auto" r:id="rId16">
            <p14:nvContentPartPr>
              <p14:cNvPr id="2" name="Ink 1">
                <a:extLst>
                  <a:ext uri="{FF2B5EF4-FFF2-40B4-BE49-F238E27FC236}">
                    <a16:creationId xmlns:a16="http://schemas.microsoft.com/office/drawing/2014/main" id="{7FA3FB39-A341-7DFE-1154-B82D7F1FEF36}"/>
                  </a:ext>
                </a:extLst>
              </p14:cNvPr>
              <p14:cNvContentPartPr/>
              <p14:nvPr/>
            </p14:nvContentPartPr>
            <p14:xfrm>
              <a:off x="1158480" y="1834560"/>
              <a:ext cx="9079920" cy="2503440"/>
            </p14:xfrm>
          </p:contentPart>
        </mc:Choice>
        <mc:Fallback>
          <p:pic>
            <p:nvPicPr>
              <p:cNvPr id="2" name="Ink 1">
                <a:extLst>
                  <a:ext uri="{FF2B5EF4-FFF2-40B4-BE49-F238E27FC236}">
                    <a16:creationId xmlns:a16="http://schemas.microsoft.com/office/drawing/2014/main" id="{7FA3FB39-A341-7DFE-1154-B82D7F1FEF36}"/>
                  </a:ext>
                </a:extLst>
              </p:cNvPr>
              <p:cNvPicPr/>
              <p:nvPr/>
            </p:nvPicPr>
            <p:blipFill>
              <a:blip r:embed="rId17"/>
              <a:stretch>
                <a:fillRect/>
              </a:stretch>
            </p:blipFill>
            <p:spPr>
              <a:xfrm>
                <a:off x="1149120" y="1825200"/>
                <a:ext cx="9098640" cy="2522160"/>
              </a:xfrm>
              <a:prstGeom prst="rect">
                <a:avLst/>
              </a:prstGeom>
            </p:spPr>
          </p:pic>
        </mc:Fallback>
      </mc:AlternateContent>
    </p:spTree>
    <p:extLst>
      <p:ext uri="{BB962C8B-B14F-4D97-AF65-F5344CB8AC3E}">
        <p14:creationId xmlns:p14="http://schemas.microsoft.com/office/powerpoint/2010/main" val="2359484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2FB25-B92B-8A23-2489-9E1F022FAB4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41B8AEA-79EE-D6BE-223B-C4CAF957AE39}"/>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Limitation of </a:t>
            </a:r>
            <a:r>
              <a:rPr lang="en-IN" sz="2400" dirty="0" err="1">
                <a:solidFill>
                  <a:schemeClr val="accent1"/>
                </a:solidFill>
              </a:rPr>
              <a:t>Sentencepiece</a:t>
            </a:r>
            <a:endParaRPr lang="en-IN" sz="2400" dirty="0">
              <a:solidFill>
                <a:schemeClr val="accent1"/>
              </a:solidFill>
            </a:endParaRPr>
          </a:p>
        </p:txBody>
      </p:sp>
      <p:cxnSp>
        <p:nvCxnSpPr>
          <p:cNvPr id="8" name="Straight Connector 7">
            <a:extLst>
              <a:ext uri="{FF2B5EF4-FFF2-40B4-BE49-F238E27FC236}">
                <a16:creationId xmlns:a16="http://schemas.microsoft.com/office/drawing/2014/main" id="{146ABDF9-3EDA-ED22-9373-21139BF5651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9FB002EB-DD20-4D4C-D793-4164984E7C66}"/>
              </a:ext>
            </a:extLst>
          </p:cNvPr>
          <p:cNvSpPr/>
          <p:nvPr/>
        </p:nvSpPr>
        <p:spPr>
          <a:xfrm>
            <a:off x="729118" y="1454722"/>
            <a:ext cx="9877922" cy="2400657"/>
          </a:xfrm>
          <a:prstGeom prst="rect">
            <a:avLst/>
          </a:prstGeom>
        </p:spPr>
        <p:txBody>
          <a:bodyPr wrap="square">
            <a:spAutoFit/>
          </a:bodyPr>
          <a:lstStyle/>
          <a:p>
            <a:pPr lvl="0"/>
            <a:r>
              <a:rPr lang="en-IN" sz="2200" b="1" dirty="0">
                <a:latin typeface="Times New Roman" panose="02020603050405020304" pitchFamily="18" charset="0"/>
                <a:cs typeface="Times New Roman" panose="02020603050405020304" pitchFamily="18" charset="0"/>
              </a:rPr>
              <a:t>Less Intuitive Tokens:</a:t>
            </a:r>
            <a:r>
              <a:rPr lang="en-IN" sz="2200" dirty="0">
                <a:latin typeface="Times New Roman" panose="02020603050405020304" pitchFamily="18" charset="0"/>
                <a:cs typeface="Times New Roman" panose="02020603050405020304" pitchFamily="18" charset="0"/>
              </a:rPr>
              <a:t> The use of _ for spaces can make the tokenized output less intuitive for human reading or debugging compared to word-level tokens.</a:t>
            </a:r>
          </a:p>
          <a:p>
            <a:pPr lvl="0"/>
            <a:endParaRPr lang="en-IN" sz="2200" b="1" dirty="0">
              <a:latin typeface="Times New Roman" panose="02020603050405020304" pitchFamily="18" charset="0"/>
              <a:cs typeface="Times New Roman" panose="02020603050405020304" pitchFamily="18" charset="0"/>
            </a:endParaRPr>
          </a:p>
          <a:p>
            <a:pPr lvl="0"/>
            <a:r>
              <a:rPr lang="en-IN" sz="2200" b="1" dirty="0">
                <a:latin typeface="Times New Roman" panose="02020603050405020304" pitchFamily="18" charset="0"/>
                <a:cs typeface="Times New Roman" panose="02020603050405020304" pitchFamily="18" charset="0"/>
              </a:rPr>
              <a:t>Increased Vocabulary for Spaces:</a:t>
            </a:r>
            <a:r>
              <a:rPr lang="en-IN" sz="2200" dirty="0">
                <a:latin typeface="Times New Roman" panose="02020603050405020304" pitchFamily="18" charset="0"/>
                <a:cs typeface="Times New Roman" panose="02020603050405020304" pitchFamily="18" charset="0"/>
              </a:rPr>
              <a:t> Explicitly learning spaces might slightly increase the effective vocabulary or sequence length compared to methods that implicitly handle spaces.</a:t>
            </a:r>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0A5FEC15-E2F7-9C68-4596-5A8B57633D37}"/>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3D73030F-A9BC-257F-859A-C985F0D8AF54}"/>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AAEE2240-7718-D743-5B3F-9D449045E6DE}"/>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29EF3077-B56F-9403-2FCE-C2931F1A9EDB}"/>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CC104A1C-D0B5-A66C-EB5D-91A34D6A0606}"/>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A5FE99BA-E2FF-A09D-0DC0-83428E4826D6}"/>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21918831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B2DDD-D41B-69F0-31FE-34C9D1CA8638}"/>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701A6917-0281-EA4C-6B7A-E56FE3BAA534}"/>
              </a:ext>
            </a:extLst>
          </p:cNvPr>
          <p:cNvSpPr/>
          <p:nvPr/>
        </p:nvSpPr>
        <p:spPr>
          <a:xfrm>
            <a:off x="697028" y="691688"/>
            <a:ext cx="7332487" cy="461665"/>
          </a:xfrm>
          <a:prstGeom prst="rect">
            <a:avLst/>
          </a:prstGeom>
        </p:spPr>
        <p:txBody>
          <a:bodyPr wrap="square">
            <a:spAutoFit/>
          </a:bodyPr>
          <a:lstStyle/>
          <a:p>
            <a:r>
              <a:rPr lang="en-IN" sz="2400" b="1" dirty="0">
                <a:solidFill>
                  <a:schemeClr val="accent1"/>
                </a:solidFill>
              </a:rPr>
              <a:t>Final Side by Side Comparison</a:t>
            </a:r>
          </a:p>
        </p:txBody>
      </p:sp>
      <p:cxnSp>
        <p:nvCxnSpPr>
          <p:cNvPr id="8" name="Straight Connector 7">
            <a:extLst>
              <a:ext uri="{FF2B5EF4-FFF2-40B4-BE49-F238E27FC236}">
                <a16:creationId xmlns:a16="http://schemas.microsoft.com/office/drawing/2014/main" id="{7F104E6B-F73B-AD78-249F-AD84F78D86F5}"/>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F1E3EFDD-4C31-AAD6-AA34-E55395D60CFE}"/>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EC25DC94-A1E6-4AD9-364A-2B29D2E1C13B}"/>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010CEC7C-00CC-B824-7B01-7D310EC13B01}"/>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00BDDA7F-DD5B-F47F-3B91-6EA40500B68F}"/>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2F908BE1-E072-7E0D-6D97-B8CBFD646B7C}"/>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94B13CEC-2A09-4B99-ACCB-9739BD745CF9}"/>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7" name="Picture 6">
            <a:extLst>
              <a:ext uri="{FF2B5EF4-FFF2-40B4-BE49-F238E27FC236}">
                <a16:creationId xmlns:a16="http://schemas.microsoft.com/office/drawing/2014/main" id="{FAA919B4-4ED2-F5AF-76C3-02F547A9B842}"/>
              </a:ext>
            </a:extLst>
          </p:cNvPr>
          <p:cNvPicPr>
            <a:picLocks noChangeAspect="1"/>
          </p:cNvPicPr>
          <p:nvPr/>
        </p:nvPicPr>
        <p:blipFill>
          <a:blip r:embed="rId16"/>
          <a:stretch>
            <a:fillRect/>
          </a:stretch>
        </p:blipFill>
        <p:spPr>
          <a:xfrm>
            <a:off x="1150032" y="1598253"/>
            <a:ext cx="9676035" cy="2852912"/>
          </a:xfrm>
          <a:prstGeom prst="rect">
            <a:avLst/>
          </a:prstGeom>
        </p:spPr>
      </p:pic>
      <p:sp>
        <p:nvSpPr>
          <p:cNvPr id="10" name="TextBox 9">
            <a:extLst>
              <a:ext uri="{FF2B5EF4-FFF2-40B4-BE49-F238E27FC236}">
                <a16:creationId xmlns:a16="http://schemas.microsoft.com/office/drawing/2014/main" id="{507E9F33-11BF-138B-2116-37FD15757A87}"/>
              </a:ext>
            </a:extLst>
          </p:cNvPr>
          <p:cNvSpPr txBox="1"/>
          <p:nvPr/>
        </p:nvSpPr>
        <p:spPr>
          <a:xfrm>
            <a:off x="792480" y="4688984"/>
            <a:ext cx="10580369" cy="1200329"/>
          </a:xfrm>
          <a:prstGeom prst="rect">
            <a:avLst/>
          </a:prstGeom>
          <a:noFill/>
        </p:spPr>
        <p:txBody>
          <a:bodyPr wrap="square">
            <a:spAutoFit/>
          </a:bodyPr>
          <a:lstStyle/>
          <a:p>
            <a:pPr>
              <a:buNone/>
            </a:pPr>
            <a:r>
              <a:rPr lang="en-US" b="1" dirty="0"/>
              <a:t>All three may produce similar outputs, </a:t>
            </a:r>
            <a:r>
              <a:rPr lang="en-US" dirty="0"/>
              <a:t>but they arrive there using completely different principles.</a:t>
            </a:r>
          </a:p>
          <a:p>
            <a:pPr marL="285750" indent="-285750">
              <a:buFont typeface="Wingdings" panose="05000000000000000000" pitchFamily="2" charset="2"/>
              <a:buChar char="Ø"/>
            </a:pPr>
            <a:r>
              <a:rPr lang="en-US" dirty="0"/>
              <a:t>BPE: frequency</a:t>
            </a:r>
          </a:p>
          <a:p>
            <a:pPr marL="285750" indent="-285750">
              <a:buFont typeface="Wingdings" panose="05000000000000000000" pitchFamily="2" charset="2"/>
              <a:buChar char="Ø"/>
            </a:pPr>
            <a:r>
              <a:rPr lang="en-US" dirty="0" err="1"/>
              <a:t>WordPiece</a:t>
            </a:r>
            <a:r>
              <a:rPr lang="en-US" dirty="0"/>
              <a:t>: likelihood</a:t>
            </a:r>
          </a:p>
          <a:p>
            <a:pPr marL="285750" indent="-285750">
              <a:buFont typeface="Wingdings" panose="05000000000000000000" pitchFamily="2" charset="2"/>
              <a:buChar char="Ø"/>
            </a:pPr>
            <a:r>
              <a:rPr lang="en-US" dirty="0" err="1"/>
              <a:t>SentencePiece</a:t>
            </a:r>
            <a:r>
              <a:rPr lang="en-US" dirty="0"/>
              <a:t>: probabilistic pruning + whitespace modeling</a:t>
            </a:r>
          </a:p>
        </p:txBody>
      </p:sp>
    </p:spTree>
    <p:extLst>
      <p:ext uri="{BB962C8B-B14F-4D97-AF65-F5344CB8AC3E}">
        <p14:creationId xmlns:p14="http://schemas.microsoft.com/office/powerpoint/2010/main" val="403275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598883" y="1849772"/>
            <a:ext cx="7497214" cy="646331"/>
          </a:xfrm>
          <a:prstGeom prst="rect">
            <a:avLst/>
          </a:prstGeom>
        </p:spPr>
        <p:txBody>
          <a:bodyPr wrap="square">
            <a:spAutoFit/>
          </a:bodyPr>
          <a:lstStyle/>
          <a:p>
            <a:r>
              <a:rPr lang="en-US" sz="3600" b="1" cap="all" dirty="0" err="1"/>
              <a:t>generativeAI</a:t>
            </a:r>
            <a:r>
              <a:rPr lang="en-US" sz="3600" b="1" cap="all" dirty="0"/>
              <a:t> and Its Applications</a:t>
            </a:r>
          </a:p>
        </p:txBody>
      </p:sp>
      <p:sp>
        <p:nvSpPr>
          <p:cNvPr id="13" name="Rectangle 12"/>
          <p:cNvSpPr/>
          <p:nvPr/>
        </p:nvSpPr>
        <p:spPr>
          <a:xfrm>
            <a:off x="598883" y="2888778"/>
            <a:ext cx="7497214" cy="646331"/>
          </a:xfrm>
          <a:prstGeom prst="rect">
            <a:avLst/>
          </a:prstGeom>
        </p:spPr>
        <p:txBody>
          <a:bodyPr wrap="square">
            <a:spAutoFit/>
          </a:bodyPr>
          <a:lstStyle/>
          <a:p>
            <a:r>
              <a:rPr lang="en-US" sz="3600" b="1" dirty="0">
                <a:solidFill>
                  <a:schemeClr val="accent1">
                    <a:lumMod val="75000"/>
                  </a:schemeClr>
                </a:solidFill>
              </a:rPr>
              <a:t>Types of Ambiguities in Words</a:t>
            </a:r>
            <a:endParaRPr lang="en-IN" sz="3600" b="1" dirty="0">
              <a:solidFill>
                <a:schemeClr val="accent1">
                  <a:lumMod val="75000"/>
                </a:schemeClr>
              </a:solidFill>
            </a:endParaRPr>
          </a:p>
        </p:txBody>
      </p:sp>
      <p:grpSp>
        <p:nvGrpSpPr>
          <p:cNvPr id="20" name="Group 19"/>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6" name="Straight Connector 15"/>
          <p:cNvCxnSpPr/>
          <p:nvPr/>
        </p:nvCxnSpPr>
        <p:spPr>
          <a:xfrm flipV="1">
            <a:off x="0" y="2596822"/>
            <a:ext cx="7904054" cy="68537"/>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584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0A7DEA-950C-4954-B3B7-2672370FABF4}"/>
              </a:ext>
            </a:extLst>
          </p:cNvPr>
          <p:cNvSpPr/>
          <p:nvPr/>
        </p:nvSpPr>
        <p:spPr>
          <a:xfrm>
            <a:off x="633929" y="722585"/>
            <a:ext cx="7332487" cy="461665"/>
          </a:xfrm>
          <a:prstGeom prst="rect">
            <a:avLst/>
          </a:prstGeom>
        </p:spPr>
        <p:txBody>
          <a:bodyPr wrap="square">
            <a:spAutoFit/>
          </a:bodyPr>
          <a:lstStyle/>
          <a:p>
            <a:r>
              <a:rPr lang="en-IN" sz="2400" dirty="0">
                <a:solidFill>
                  <a:schemeClr val="accent1"/>
                </a:solidFill>
              </a:rPr>
              <a:t>Ambiguity</a:t>
            </a:r>
          </a:p>
        </p:txBody>
      </p:sp>
      <p:cxnSp>
        <p:nvCxnSpPr>
          <p:cNvPr id="5" name="Straight Connector 4">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847344" y="2481021"/>
            <a:ext cx="4639055" cy="2677656"/>
          </a:xfrm>
          <a:prstGeom prst="rect">
            <a:avLst/>
          </a:prstGeom>
        </p:spPr>
        <p:txBody>
          <a:bodyPr wrap="square">
            <a:spAutoFit/>
          </a:bodyPr>
          <a:lstStyle/>
          <a:p>
            <a:pPr marL="342900" indent="-342900">
              <a:buFont typeface="Arial" panose="020B0604020202020204" pitchFamily="34" charset="0"/>
              <a:buChar char="•"/>
            </a:pPr>
            <a:r>
              <a:rPr lang="en-US" sz="2400" dirty="0"/>
              <a:t>Sarah gave a bath to her dog wearing a pink t-shirt.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 have never tasted a cake quite like that one before!</a:t>
            </a:r>
          </a:p>
          <a:p>
            <a:pPr marL="342900" indent="-342900">
              <a:buFont typeface="Arial" panose="020B0604020202020204" pitchFamily="34" charset="0"/>
              <a:buChar char="•"/>
            </a:pPr>
            <a:endParaRPr lang="en-IN" sz="2400" dirty="0"/>
          </a:p>
        </p:txBody>
      </p:sp>
      <p:pic>
        <p:nvPicPr>
          <p:cNvPr id="8" name="Picture 7">
            <a:extLst>
              <a:ext uri="{FF2B5EF4-FFF2-40B4-BE49-F238E27FC236}">
                <a16:creationId xmlns:a16="http://schemas.microsoft.com/office/drawing/2014/main" id="{0123AD92-1FCE-324B-917F-8F58159962F1}"/>
              </a:ext>
            </a:extLst>
          </p:cNvPr>
          <p:cNvPicPr>
            <a:picLocks noChangeAspect="1"/>
          </p:cNvPicPr>
          <p:nvPr/>
        </p:nvPicPr>
        <p:blipFill>
          <a:blip r:embed="rId2"/>
          <a:stretch>
            <a:fillRect/>
          </a:stretch>
        </p:blipFill>
        <p:spPr>
          <a:xfrm>
            <a:off x="5185955" y="1536845"/>
            <a:ext cx="2998456" cy="2670755"/>
          </a:xfrm>
          <a:prstGeom prst="rect">
            <a:avLst/>
          </a:prstGeom>
        </p:spPr>
      </p:pic>
      <p:sp>
        <p:nvSpPr>
          <p:cNvPr id="9" name="Oval Callout 8"/>
          <p:cNvSpPr/>
          <p:nvPr/>
        </p:nvSpPr>
        <p:spPr>
          <a:xfrm>
            <a:off x="7406867" y="753872"/>
            <a:ext cx="2547030" cy="960120"/>
          </a:xfrm>
          <a:prstGeom prst="wedgeEllipseCallout">
            <a:avLst>
              <a:gd name="adj1" fmla="val -68055"/>
              <a:gd name="adj2" fmla="val 62500"/>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Sarah is wearing a pink t-shirt or her dog????</a:t>
            </a:r>
          </a:p>
        </p:txBody>
      </p:sp>
      <p:sp>
        <p:nvSpPr>
          <p:cNvPr id="10" name="Oval Callout 9"/>
          <p:cNvSpPr/>
          <p:nvPr/>
        </p:nvSpPr>
        <p:spPr>
          <a:xfrm>
            <a:off x="7559267" y="2735072"/>
            <a:ext cx="2547030" cy="960120"/>
          </a:xfrm>
          <a:prstGeom prst="wedgeEllipseCallout">
            <a:avLst>
              <a:gd name="adj1" fmla="val -70106"/>
              <a:gd name="adj2" fmla="val -108929"/>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Is the cake good or bad??</a:t>
            </a:r>
          </a:p>
        </p:txBody>
      </p:sp>
      <p:pic>
        <p:nvPicPr>
          <p:cNvPr id="3" name="object 5">
            <a:extLst>
              <a:ext uri="{FF2B5EF4-FFF2-40B4-BE49-F238E27FC236}">
                <a16:creationId xmlns:a16="http://schemas.microsoft.com/office/drawing/2014/main" id="{1A7747D9-DC1D-9B93-FF32-B7B9651B09CD}"/>
              </a:ext>
            </a:extLst>
          </p:cNvPr>
          <p:cNvPicPr/>
          <p:nvPr/>
        </p:nvPicPr>
        <p:blipFill>
          <a:blip r:embed="rId3" cstate="print"/>
          <a:stretch>
            <a:fillRect/>
          </a:stretch>
        </p:blipFill>
        <p:spPr>
          <a:xfrm>
            <a:off x="10502264" y="253745"/>
            <a:ext cx="870585" cy="1378458"/>
          </a:xfrm>
          <a:prstGeom prst="rect">
            <a:avLst/>
          </a:prstGeom>
        </p:spPr>
      </p:pic>
      <p:sp>
        <p:nvSpPr>
          <p:cNvPr id="6" name="Rectangle 5">
            <a:extLst>
              <a:ext uri="{FF2B5EF4-FFF2-40B4-BE49-F238E27FC236}">
                <a16:creationId xmlns:a16="http://schemas.microsoft.com/office/drawing/2014/main" id="{00707A42-593A-3CFA-0DF1-01B383F8A70A}"/>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38999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 calcmode="lin" valueType="num">
                                      <p:cBhvr additive="base">
                                        <p:cTn id="1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33929" y="706721"/>
            <a:ext cx="7332487" cy="461665"/>
          </a:xfrm>
          <a:prstGeom prst="rect">
            <a:avLst/>
          </a:prstGeom>
        </p:spPr>
        <p:txBody>
          <a:bodyPr wrap="square">
            <a:spAutoFit/>
          </a:bodyPr>
          <a:lstStyle/>
          <a:p>
            <a:r>
              <a:rPr lang="en-IN" sz="2400" b="1" dirty="0">
                <a:solidFill>
                  <a:schemeClr val="accent1"/>
                </a:solidFill>
              </a:rPr>
              <a:t>Types of Ambiguities</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5364" name="Ink 4"/>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15364" name="Ink 4"/>
              <p:cNvPicPr>
                <a:picLocks noRot="1" noChangeAspect="1" noEditPoints="1" noChangeArrowheads="1" noChangeShapeType="1"/>
              </p:cNvPicPr>
              <p:nvPr/>
            </p:nvPicPr>
            <p:blipFill>
              <a:blip r:embed="rId5"/>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365" name="Ink 5"/>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15365" name="Ink 5"/>
              <p:cNvPicPr>
                <a:picLocks noRot="1" noChangeAspect="1" noEditPoints="1" noChangeArrowheads="1" noChangeShapeType="1"/>
              </p:cNvPicPr>
              <p:nvPr/>
            </p:nvPicPr>
            <p:blipFill>
              <a:blip r:embed="rId7"/>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367" name="Ink 7"/>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15367" name="Ink 7"/>
              <p:cNvPicPr>
                <a:picLocks noRot="1" noChangeAspect="1" noEditPoints="1" noChangeArrowheads="1" noChangeShapeType="1"/>
              </p:cNvPicPr>
              <p:nvPr/>
            </p:nvPicPr>
            <p:blipFill>
              <a:blip r:embed="rId9"/>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373" name="Ink 13"/>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15373" name="Ink 13"/>
              <p:cNvPicPr>
                <a:picLocks noRot="1" noChangeAspect="1" noEditPoints="1" noChangeArrowheads="1" noChangeShapeType="1"/>
              </p:cNvPicPr>
              <p:nvPr/>
            </p:nvPicPr>
            <p:blipFill>
              <a:blip r:embed="rId11"/>
              <a:stretch>
                <a:fillRect/>
              </a:stretch>
            </p:blipFill>
            <p:spPr>
              <a:xfrm>
                <a:off x="4493788" y="484843"/>
                <a:ext cx="2987445" cy="3433172"/>
              </a:xfrm>
              <a:prstGeom prst="rect">
                <a:avLst/>
              </a:prstGeom>
            </p:spPr>
          </p:pic>
        </mc:Fallback>
      </mc:AlternateContent>
      <p:sp>
        <p:nvSpPr>
          <p:cNvPr id="3" name="Oval 2"/>
          <p:cNvSpPr/>
          <p:nvPr/>
        </p:nvSpPr>
        <p:spPr>
          <a:xfrm>
            <a:off x="3921125" y="2351314"/>
            <a:ext cx="2481263" cy="10842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lumMod val="95000"/>
                    <a:lumOff val="5000"/>
                  </a:schemeClr>
                </a:solidFill>
              </a:rPr>
              <a:t>Ambiguities</a:t>
            </a:r>
          </a:p>
        </p:txBody>
      </p:sp>
      <p:cxnSp>
        <p:nvCxnSpPr>
          <p:cNvPr id="5" name="Straight Arrow Connector 4"/>
          <p:cNvCxnSpPr>
            <a:stCxn id="3" idx="3"/>
          </p:cNvCxnSpPr>
          <p:nvPr/>
        </p:nvCxnSpPr>
        <p:spPr>
          <a:xfrm flipH="1">
            <a:off x="2886891" y="3276751"/>
            <a:ext cx="1397607" cy="6566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4088674" y="3276750"/>
            <a:ext cx="726504" cy="860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516233" y="3435531"/>
            <a:ext cx="471817" cy="7770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045200" y="3160621"/>
            <a:ext cx="1433513" cy="5466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1476103" y="3824075"/>
            <a:ext cx="1410788" cy="669548"/>
          </a:xfrm>
          <a:prstGeom prst="rect">
            <a:avLst/>
          </a:prstGeom>
          <a:solidFill>
            <a:srgbClr val="10B9A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95000"/>
                    <a:lumOff val="5000"/>
                  </a:schemeClr>
                </a:solidFill>
              </a:rPr>
              <a:t>Lexical</a:t>
            </a:r>
          </a:p>
        </p:txBody>
      </p:sp>
      <p:sp>
        <p:nvSpPr>
          <p:cNvPr id="14" name="Rectangle 13"/>
          <p:cNvSpPr/>
          <p:nvPr/>
        </p:nvSpPr>
        <p:spPr>
          <a:xfrm>
            <a:off x="3722914" y="4158849"/>
            <a:ext cx="1554480" cy="648282"/>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95000"/>
                    <a:lumOff val="5000"/>
                  </a:schemeClr>
                </a:solidFill>
              </a:rPr>
              <a:t>Syntactic</a:t>
            </a:r>
          </a:p>
        </p:txBody>
      </p:sp>
      <p:sp>
        <p:nvSpPr>
          <p:cNvPr id="18" name="Rectangle 17"/>
          <p:cNvSpPr/>
          <p:nvPr/>
        </p:nvSpPr>
        <p:spPr>
          <a:xfrm>
            <a:off x="5516232" y="4212620"/>
            <a:ext cx="1668339" cy="59451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95000"/>
                    <a:lumOff val="5000"/>
                  </a:schemeClr>
                </a:solidFill>
              </a:rPr>
              <a:t>Semantic</a:t>
            </a:r>
          </a:p>
        </p:txBody>
      </p:sp>
      <p:sp>
        <p:nvSpPr>
          <p:cNvPr id="21" name="Rectangle 20"/>
          <p:cNvSpPr/>
          <p:nvPr/>
        </p:nvSpPr>
        <p:spPr>
          <a:xfrm>
            <a:off x="7478713" y="3591695"/>
            <a:ext cx="1423851" cy="60756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95000"/>
                    <a:lumOff val="5000"/>
                  </a:schemeClr>
                </a:solidFill>
              </a:rPr>
              <a:t>Anaphoric</a:t>
            </a:r>
          </a:p>
        </p:txBody>
      </p:sp>
      <p:pic>
        <p:nvPicPr>
          <p:cNvPr id="2" name="object 5">
            <a:extLst>
              <a:ext uri="{FF2B5EF4-FFF2-40B4-BE49-F238E27FC236}">
                <a16:creationId xmlns:a16="http://schemas.microsoft.com/office/drawing/2014/main" id="{FF7412FD-CD56-DA2A-97CE-58731D476F41}"/>
              </a:ext>
            </a:extLst>
          </p:cNvPr>
          <p:cNvPicPr/>
          <p:nvPr/>
        </p:nvPicPr>
        <p:blipFill>
          <a:blip r:embed="rId12"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FCAA8419-C5FE-2012-4A34-DA297386472D}"/>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3250073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33929" y="696545"/>
            <a:ext cx="7332487" cy="461665"/>
          </a:xfrm>
          <a:prstGeom prst="rect">
            <a:avLst/>
          </a:prstGeom>
        </p:spPr>
        <p:txBody>
          <a:bodyPr wrap="square">
            <a:spAutoFit/>
          </a:bodyPr>
          <a:lstStyle/>
          <a:p>
            <a:r>
              <a:rPr lang="en-IN" sz="2400" b="1" dirty="0">
                <a:solidFill>
                  <a:schemeClr val="accent1"/>
                </a:solidFill>
              </a:rPr>
              <a:t>Lexical Ambiguity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5364" name="Ink 4"/>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15364" name="Ink 4"/>
              <p:cNvPicPr>
                <a:picLocks noRot="1" noChangeAspect="1" noEditPoints="1" noChangeArrowheads="1" noChangeShapeType="1"/>
              </p:cNvPicPr>
              <p:nvPr/>
            </p:nvPicPr>
            <p:blipFill>
              <a:blip r:embed="rId5"/>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365" name="Ink 5"/>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15365" name="Ink 5"/>
              <p:cNvPicPr>
                <a:picLocks noRot="1" noChangeAspect="1" noEditPoints="1" noChangeArrowheads="1" noChangeShapeType="1"/>
              </p:cNvPicPr>
              <p:nvPr/>
            </p:nvPicPr>
            <p:blipFill>
              <a:blip r:embed="rId7"/>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367" name="Ink 7"/>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15367" name="Ink 7"/>
              <p:cNvPicPr>
                <a:picLocks noRot="1" noChangeAspect="1" noEditPoints="1" noChangeArrowheads="1" noChangeShapeType="1"/>
              </p:cNvPicPr>
              <p:nvPr/>
            </p:nvPicPr>
            <p:blipFill>
              <a:blip r:embed="rId9"/>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373" name="Ink 13"/>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15373" name="Ink 13"/>
              <p:cNvPicPr>
                <a:picLocks noRot="1" noChangeAspect="1" noEditPoints="1" noChangeArrowheads="1" noChangeShapeType="1"/>
              </p:cNvPicPr>
              <p:nvPr/>
            </p:nvPicPr>
            <p:blipFill>
              <a:blip r:embed="rId11"/>
              <a:stretch>
                <a:fillRect/>
              </a:stretch>
            </p:blipFill>
            <p:spPr>
              <a:xfrm>
                <a:off x="4493788" y="484843"/>
                <a:ext cx="2987445" cy="3433172"/>
              </a:xfrm>
              <a:prstGeom prst="rect">
                <a:avLst/>
              </a:prstGeom>
            </p:spPr>
          </p:pic>
        </mc:Fallback>
      </mc:AlternateContent>
      <p:sp>
        <p:nvSpPr>
          <p:cNvPr id="2" name="Rectangle 1"/>
          <p:cNvSpPr/>
          <p:nvPr/>
        </p:nvSpPr>
        <p:spPr>
          <a:xfrm>
            <a:off x="669044" y="1573213"/>
            <a:ext cx="9231701" cy="4893647"/>
          </a:xfrm>
          <a:prstGeom prst="rect">
            <a:avLst/>
          </a:prstGeom>
        </p:spPr>
        <p:txBody>
          <a:bodyPr wrap="square">
            <a:spAutoFit/>
          </a:bodyPr>
          <a:lstStyle/>
          <a:p>
            <a:r>
              <a:rPr lang="en-US" sz="2400" dirty="0">
                <a:solidFill>
                  <a:srgbClr val="FF0000"/>
                </a:solidFill>
              </a:rPr>
              <a:t>Lexical Ambiguity: </a:t>
            </a:r>
          </a:p>
          <a:p>
            <a:endParaRPr lang="en-US" sz="2400" dirty="0"/>
          </a:p>
          <a:p>
            <a:pPr marL="342900" indent="-342900">
              <a:buFont typeface="Arial" panose="020B0604020202020204" pitchFamily="34" charset="0"/>
              <a:buChar char="•"/>
            </a:pPr>
            <a:r>
              <a:rPr lang="en-US" sz="2400" dirty="0"/>
              <a:t>Related to words.</a:t>
            </a:r>
          </a:p>
          <a:p>
            <a:pPr marL="342900" indent="-342900">
              <a:buFont typeface="Arial" panose="020B0604020202020204" pitchFamily="34" charset="0"/>
              <a:buChar char="•"/>
            </a:pPr>
            <a:r>
              <a:rPr lang="en-US" sz="2400" dirty="0"/>
              <a:t>This type of ambiguity </a:t>
            </a:r>
            <a:r>
              <a:rPr lang="en-US" sz="2400" dirty="0">
                <a:solidFill>
                  <a:srgbClr val="B006A6"/>
                </a:solidFill>
              </a:rPr>
              <a:t>represents words that can have </a:t>
            </a:r>
            <a:r>
              <a:rPr lang="en-US" sz="2400" b="1" i="1" dirty="0">
                <a:solidFill>
                  <a:srgbClr val="FF0000"/>
                </a:solidFill>
              </a:rPr>
              <a:t>multiple assertions. </a:t>
            </a:r>
          </a:p>
          <a:p>
            <a:pPr marL="342900" indent="-342900">
              <a:buFont typeface="Arial" panose="020B0604020202020204" pitchFamily="34" charset="0"/>
              <a:buChar char="•"/>
            </a:pPr>
            <a:r>
              <a:rPr lang="en-US" sz="2400" dirty="0"/>
              <a:t>For instance, in English, the word “</a:t>
            </a:r>
            <a:r>
              <a:rPr lang="en-US" sz="2400" u="sng" dirty="0">
                <a:solidFill>
                  <a:srgbClr val="002060"/>
                </a:solidFill>
              </a:rPr>
              <a:t>back</a:t>
            </a:r>
            <a:r>
              <a:rPr lang="en-US" sz="2400" dirty="0"/>
              <a:t>” can be a </a:t>
            </a:r>
            <a:r>
              <a:rPr lang="en-US" sz="2400" u="sng" dirty="0"/>
              <a:t>noun</a:t>
            </a:r>
            <a:r>
              <a:rPr lang="en-US" sz="2400" dirty="0"/>
              <a:t> ( backstage), an a</a:t>
            </a:r>
            <a:r>
              <a:rPr lang="en-US" sz="2400" u="sng" dirty="0"/>
              <a:t>djective</a:t>
            </a:r>
            <a:r>
              <a:rPr lang="en-US" sz="2400" dirty="0"/>
              <a:t> (back door), or an </a:t>
            </a:r>
            <a:r>
              <a:rPr lang="en-US" sz="2400" u="sng" dirty="0"/>
              <a:t>adverb</a:t>
            </a:r>
            <a:r>
              <a:rPr lang="en-US" sz="2400" dirty="0"/>
              <a:t> (back away).</a:t>
            </a:r>
          </a:p>
          <a:p>
            <a:endParaRPr lang="en-US" sz="2400" dirty="0"/>
          </a:p>
          <a:p>
            <a:r>
              <a:rPr lang="en-US" sz="2400" dirty="0"/>
              <a:t>	Words have multiple meanings.</a:t>
            </a:r>
            <a:br>
              <a:rPr lang="en-US" sz="2400" dirty="0"/>
            </a:br>
            <a:r>
              <a:rPr lang="en-US" sz="2400" dirty="0">
                <a:solidFill>
                  <a:srgbClr val="C00000"/>
                </a:solidFill>
              </a:rPr>
              <a:t>"I </a:t>
            </a:r>
            <a:r>
              <a:rPr lang="en-US" sz="2400" b="1" dirty="0">
                <a:solidFill>
                  <a:srgbClr val="C00000"/>
                </a:solidFill>
              </a:rPr>
              <a:t>saw</a:t>
            </a:r>
            <a:r>
              <a:rPr lang="en-US" sz="2400" dirty="0">
                <a:solidFill>
                  <a:srgbClr val="C00000"/>
                </a:solidFill>
              </a:rPr>
              <a:t> a </a:t>
            </a:r>
            <a:r>
              <a:rPr lang="en-US" sz="2400" b="1" dirty="0">
                <a:solidFill>
                  <a:srgbClr val="C00000"/>
                </a:solidFill>
              </a:rPr>
              <a:t>bat</a:t>
            </a:r>
            <a:r>
              <a:rPr lang="en-US" sz="2400" dirty="0">
                <a:solidFill>
                  <a:srgbClr val="C00000"/>
                </a:solidFill>
              </a:rPr>
              <a:t>."</a:t>
            </a:r>
            <a:br>
              <a:rPr lang="en-US" sz="2400" dirty="0">
                <a:solidFill>
                  <a:srgbClr val="C00000"/>
                </a:solidFill>
              </a:rPr>
            </a:br>
            <a:r>
              <a:rPr lang="en-US" sz="2400" dirty="0">
                <a:solidFill>
                  <a:srgbClr val="C00000"/>
                </a:solidFill>
              </a:rPr>
              <a:t>bat = flying mammal / wooden club/ Sports equipment?</a:t>
            </a:r>
            <a:br>
              <a:rPr lang="en-US" sz="2400" dirty="0">
                <a:solidFill>
                  <a:srgbClr val="C00000"/>
                </a:solidFill>
              </a:rPr>
            </a:br>
            <a:r>
              <a:rPr lang="en-US" sz="2400" dirty="0">
                <a:solidFill>
                  <a:srgbClr val="C00000"/>
                </a:solidFill>
              </a:rPr>
              <a:t>saw = past tense of "see" / present tense of "saw" (to cut with a saw.)backstage</a:t>
            </a:r>
          </a:p>
        </p:txBody>
      </p:sp>
      <p:pic>
        <p:nvPicPr>
          <p:cNvPr id="4" name="object 5">
            <a:extLst>
              <a:ext uri="{FF2B5EF4-FFF2-40B4-BE49-F238E27FC236}">
                <a16:creationId xmlns:a16="http://schemas.microsoft.com/office/drawing/2014/main" id="{FFDD9EE6-5A1E-546B-45B0-330DC7473BAD}"/>
              </a:ext>
            </a:extLst>
          </p:cNvPr>
          <p:cNvPicPr/>
          <p:nvPr/>
        </p:nvPicPr>
        <p:blipFill>
          <a:blip r:embed="rId12" cstate="print"/>
          <a:stretch>
            <a:fillRect/>
          </a:stretch>
        </p:blipFill>
        <p:spPr>
          <a:xfrm>
            <a:off x="10502264" y="253745"/>
            <a:ext cx="870585" cy="1378458"/>
          </a:xfrm>
          <a:prstGeom prst="rect">
            <a:avLst/>
          </a:prstGeom>
        </p:spPr>
      </p:pic>
      <p:sp>
        <p:nvSpPr>
          <p:cNvPr id="3" name="Rectangle 2">
            <a:extLst>
              <a:ext uri="{FF2B5EF4-FFF2-40B4-BE49-F238E27FC236}">
                <a16:creationId xmlns:a16="http://schemas.microsoft.com/office/drawing/2014/main" id="{A83CE5E9-0390-C9E2-CFAF-CB390B76B5D4}"/>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277115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fade">
                                      <p:cBhvr>
                                        <p:cTn id="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33929" y="710376"/>
            <a:ext cx="7332487" cy="461665"/>
          </a:xfrm>
          <a:prstGeom prst="rect">
            <a:avLst/>
          </a:prstGeom>
        </p:spPr>
        <p:txBody>
          <a:bodyPr wrap="square">
            <a:spAutoFit/>
          </a:bodyPr>
          <a:lstStyle/>
          <a:p>
            <a:r>
              <a:rPr lang="en-IN" sz="2400" b="1" dirty="0">
                <a:solidFill>
                  <a:schemeClr val="accent1"/>
                </a:solidFill>
              </a:rPr>
              <a:t>Syntactic Ambiguities</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5364" name="Ink 4"/>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15364" name="Ink 4"/>
              <p:cNvPicPr>
                <a:picLocks noRot="1" noChangeAspect="1" noEditPoints="1" noChangeArrowheads="1" noChangeShapeType="1"/>
              </p:cNvPicPr>
              <p:nvPr/>
            </p:nvPicPr>
            <p:blipFill>
              <a:blip r:embed="rId5"/>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365" name="Ink 5"/>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15365" name="Ink 5"/>
              <p:cNvPicPr>
                <a:picLocks noRot="1" noChangeAspect="1" noEditPoints="1" noChangeArrowheads="1" noChangeShapeType="1"/>
              </p:cNvPicPr>
              <p:nvPr/>
            </p:nvPicPr>
            <p:blipFill>
              <a:blip r:embed="rId7"/>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367" name="Ink 7"/>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15367" name="Ink 7"/>
              <p:cNvPicPr>
                <a:picLocks noRot="1" noChangeAspect="1" noEditPoints="1" noChangeArrowheads="1" noChangeShapeType="1"/>
              </p:cNvPicPr>
              <p:nvPr/>
            </p:nvPicPr>
            <p:blipFill>
              <a:blip r:embed="rId9"/>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373" name="Ink 13"/>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15373" name="Ink 13"/>
              <p:cNvPicPr>
                <a:picLocks noRot="1" noChangeAspect="1" noEditPoints="1" noChangeArrowheads="1" noChangeShapeType="1"/>
              </p:cNvPicPr>
              <p:nvPr/>
            </p:nvPicPr>
            <p:blipFill>
              <a:blip r:embed="rId11"/>
              <a:stretch>
                <a:fillRect/>
              </a:stretch>
            </p:blipFill>
            <p:spPr>
              <a:xfrm>
                <a:off x="4493788" y="484843"/>
                <a:ext cx="2987445" cy="3433172"/>
              </a:xfrm>
              <a:prstGeom prst="rect">
                <a:avLst/>
              </a:prstGeom>
            </p:spPr>
          </p:pic>
        </mc:Fallback>
      </mc:AlternateContent>
      <p:sp>
        <p:nvSpPr>
          <p:cNvPr id="2" name="Rectangle 1"/>
          <p:cNvSpPr/>
          <p:nvPr/>
        </p:nvSpPr>
        <p:spPr>
          <a:xfrm>
            <a:off x="428987" y="1282091"/>
            <a:ext cx="8375379" cy="5539978"/>
          </a:xfrm>
          <a:prstGeom prst="rect">
            <a:avLst/>
          </a:prstGeom>
        </p:spPr>
        <p:txBody>
          <a:bodyPr wrap="square">
            <a:spAutoFit/>
          </a:bodyPr>
          <a:lstStyle/>
          <a:p>
            <a:r>
              <a:rPr lang="en-US" sz="2400" dirty="0"/>
              <a:t>Syntactic Ambiguity: </a:t>
            </a:r>
          </a:p>
          <a:p>
            <a:endParaRPr lang="en-US" sz="2400" dirty="0"/>
          </a:p>
          <a:p>
            <a:r>
              <a:rPr lang="en-US" sz="2400" dirty="0"/>
              <a:t>This type of ambiguity represents sentences that how a particular sentence can be </a:t>
            </a:r>
            <a:r>
              <a:rPr lang="en-US" sz="2400" i="1" dirty="0">
                <a:solidFill>
                  <a:srgbClr val="B006A6"/>
                </a:solidFill>
              </a:rPr>
              <a:t>parsed in multiple syntactical forms. </a:t>
            </a:r>
          </a:p>
          <a:p>
            <a:r>
              <a:rPr lang="en-US" sz="2400" b="1" i="1" dirty="0"/>
              <a:t>In multiple Structural representation which one needs to be selected.</a:t>
            </a:r>
          </a:p>
          <a:p>
            <a:endParaRPr lang="en-US" sz="2400" dirty="0"/>
          </a:p>
          <a:p>
            <a:r>
              <a:rPr lang="en-US" sz="2400" dirty="0" err="1"/>
              <a:t>Eg</a:t>
            </a:r>
            <a:r>
              <a:rPr lang="en-US" sz="2400" dirty="0"/>
              <a:t>. </a:t>
            </a:r>
          </a:p>
          <a:p>
            <a:r>
              <a:rPr lang="en-US" sz="2400" dirty="0">
                <a:solidFill>
                  <a:srgbClr val="C00000"/>
                </a:solidFill>
              </a:rPr>
              <a:t>“ I </a:t>
            </a:r>
            <a:r>
              <a:rPr lang="en-US" sz="2400" b="1" u="sng" dirty="0">
                <a:solidFill>
                  <a:srgbClr val="C00000"/>
                </a:solidFill>
              </a:rPr>
              <a:t>heard</a:t>
            </a:r>
            <a:r>
              <a:rPr lang="en-US" sz="2400" dirty="0">
                <a:solidFill>
                  <a:srgbClr val="C00000"/>
                </a:solidFill>
              </a:rPr>
              <a:t> his </a:t>
            </a:r>
            <a:r>
              <a:rPr lang="en-US" sz="2400" b="1" u="sng" dirty="0">
                <a:solidFill>
                  <a:srgbClr val="C00000"/>
                </a:solidFill>
              </a:rPr>
              <a:t>cell phone </a:t>
            </a:r>
            <a:r>
              <a:rPr lang="en-US" sz="2400" dirty="0">
                <a:solidFill>
                  <a:srgbClr val="C00000"/>
                </a:solidFill>
              </a:rPr>
              <a:t>ring in my office”. </a:t>
            </a:r>
          </a:p>
          <a:p>
            <a:endParaRPr lang="en-US" sz="2400" dirty="0">
              <a:solidFill>
                <a:srgbClr val="C00000"/>
              </a:solidFill>
            </a:endParaRPr>
          </a:p>
          <a:p>
            <a:r>
              <a:rPr lang="en-US" sz="2400" dirty="0">
                <a:solidFill>
                  <a:srgbClr val="002060"/>
                </a:solidFill>
              </a:rPr>
              <a:t>The propositional phrase </a:t>
            </a:r>
            <a:r>
              <a:rPr lang="en-US" sz="2400" dirty="0">
                <a:solidFill>
                  <a:srgbClr val="C00000"/>
                </a:solidFill>
              </a:rPr>
              <a:t>“in my office” </a:t>
            </a:r>
            <a:r>
              <a:rPr lang="en-US" sz="2400" dirty="0">
                <a:solidFill>
                  <a:srgbClr val="002060"/>
                </a:solidFill>
              </a:rPr>
              <a:t>can be parsed in a way</a:t>
            </a:r>
          </a:p>
          <a:p>
            <a:pPr marL="1257300" lvl="2" indent="-342900">
              <a:buFont typeface="Arial" panose="020B0604020202020204" pitchFamily="34" charset="0"/>
              <a:buChar char="•"/>
            </a:pPr>
            <a:r>
              <a:rPr lang="en-US" sz="2400" dirty="0">
                <a:solidFill>
                  <a:srgbClr val="C00000"/>
                </a:solidFill>
              </a:rPr>
              <a:t>that modifies the noun or </a:t>
            </a:r>
          </a:p>
          <a:p>
            <a:pPr marL="1257300" lvl="2" indent="-342900">
              <a:buFont typeface="Arial" panose="020B0604020202020204" pitchFamily="34" charset="0"/>
              <a:buChar char="•"/>
            </a:pPr>
            <a:r>
              <a:rPr lang="en-US" sz="2400" dirty="0">
                <a:solidFill>
                  <a:srgbClr val="C00000"/>
                </a:solidFill>
              </a:rPr>
              <a:t>another way that modifies the verb.</a:t>
            </a:r>
          </a:p>
          <a:p>
            <a:endParaRPr lang="en-US" sz="2400" dirty="0"/>
          </a:p>
          <a:p>
            <a:endParaRPr lang="en-US" dirty="0"/>
          </a:p>
        </p:txBody>
      </p:sp>
      <p:pic>
        <p:nvPicPr>
          <p:cNvPr id="4" name="object 5">
            <a:extLst>
              <a:ext uri="{FF2B5EF4-FFF2-40B4-BE49-F238E27FC236}">
                <a16:creationId xmlns:a16="http://schemas.microsoft.com/office/drawing/2014/main" id="{FC033FFD-89B0-B783-8758-A120E67800ED}"/>
              </a:ext>
            </a:extLst>
          </p:cNvPr>
          <p:cNvPicPr/>
          <p:nvPr/>
        </p:nvPicPr>
        <p:blipFill>
          <a:blip r:embed="rId12" cstate="print"/>
          <a:stretch>
            <a:fillRect/>
          </a:stretch>
        </p:blipFill>
        <p:spPr>
          <a:xfrm>
            <a:off x="10502264" y="253745"/>
            <a:ext cx="870585" cy="1378458"/>
          </a:xfrm>
          <a:prstGeom prst="rect">
            <a:avLst/>
          </a:prstGeom>
        </p:spPr>
      </p:pic>
      <p:sp>
        <p:nvSpPr>
          <p:cNvPr id="5" name="Rectangle 4">
            <a:extLst>
              <a:ext uri="{FF2B5EF4-FFF2-40B4-BE49-F238E27FC236}">
                <a16:creationId xmlns:a16="http://schemas.microsoft.com/office/drawing/2014/main" id="{72E8A04F-6104-2D81-897B-5214C92BF2FB}"/>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341076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 calcmode="lin" valueType="num">
                                      <p:cBhvr additive="base">
                                        <p:cTn id="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anim calcmode="lin" valueType="num">
                                      <p:cBhvr additive="base">
                                        <p:cTn id="1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 calcmode="lin" valueType="num">
                                      <p:cBhvr additive="base">
                                        <p:cTn id="1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anim calcmode="lin" valueType="num">
                                      <p:cBhvr additive="base">
                                        <p:cTn id="19"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10" end="10"/>
                                            </p:txEl>
                                          </p:spTgt>
                                        </p:tgtEl>
                                        <p:attrNameLst>
                                          <p:attrName>style.visibility</p:attrName>
                                        </p:attrNameLst>
                                      </p:cBhvr>
                                      <p:to>
                                        <p:strVal val="visible"/>
                                      </p:to>
                                    </p:set>
                                    <p:anim calcmode="lin" valueType="num">
                                      <p:cBhvr additive="base">
                                        <p:cTn id="23"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728679" y="747067"/>
            <a:ext cx="7332487" cy="461665"/>
          </a:xfrm>
          <a:prstGeom prst="rect">
            <a:avLst/>
          </a:prstGeom>
        </p:spPr>
        <p:txBody>
          <a:bodyPr wrap="square">
            <a:spAutoFit/>
          </a:bodyPr>
          <a:lstStyle/>
          <a:p>
            <a:r>
              <a:rPr lang="en-IN" sz="2400" b="1" dirty="0">
                <a:solidFill>
                  <a:schemeClr val="accent1"/>
                </a:solidFill>
              </a:rPr>
              <a:t>Syntactic Ambiguities</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5364" name="Ink 4"/>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15364" name="Ink 4"/>
              <p:cNvPicPr>
                <a:picLocks noRot="1" noChangeAspect="1" noEditPoints="1" noChangeArrowheads="1" noChangeShapeType="1"/>
              </p:cNvPicPr>
              <p:nvPr/>
            </p:nvPicPr>
            <p:blipFill>
              <a:blip r:embed="rId5"/>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365" name="Ink 5"/>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15365" name="Ink 5"/>
              <p:cNvPicPr>
                <a:picLocks noRot="1" noChangeAspect="1" noEditPoints="1" noChangeArrowheads="1" noChangeShapeType="1"/>
              </p:cNvPicPr>
              <p:nvPr/>
            </p:nvPicPr>
            <p:blipFill>
              <a:blip r:embed="rId7"/>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367" name="Ink 7"/>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15367" name="Ink 7"/>
              <p:cNvPicPr>
                <a:picLocks noRot="1" noChangeAspect="1" noEditPoints="1" noChangeArrowheads="1" noChangeShapeType="1"/>
              </p:cNvPicPr>
              <p:nvPr/>
            </p:nvPicPr>
            <p:blipFill>
              <a:blip r:embed="rId9"/>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373" name="Ink 13"/>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15373" name="Ink 13"/>
              <p:cNvPicPr>
                <a:picLocks noRot="1" noChangeAspect="1" noEditPoints="1" noChangeArrowheads="1" noChangeShapeType="1"/>
              </p:cNvPicPr>
              <p:nvPr/>
            </p:nvPicPr>
            <p:blipFill>
              <a:blip r:embed="rId11"/>
              <a:stretch>
                <a:fillRect/>
              </a:stretch>
            </p:blipFill>
            <p:spPr>
              <a:xfrm>
                <a:off x="4493788" y="484843"/>
                <a:ext cx="2987445" cy="3433172"/>
              </a:xfrm>
              <a:prstGeom prst="rect">
                <a:avLst/>
              </a:prstGeom>
            </p:spPr>
          </p:pic>
        </mc:Fallback>
      </mc:AlternateContent>
      <p:sp>
        <p:nvSpPr>
          <p:cNvPr id="2" name="Rectangle 1"/>
          <p:cNvSpPr/>
          <p:nvPr/>
        </p:nvSpPr>
        <p:spPr>
          <a:xfrm>
            <a:off x="428987" y="1282091"/>
            <a:ext cx="8375379" cy="5539978"/>
          </a:xfrm>
          <a:prstGeom prst="rect">
            <a:avLst/>
          </a:prstGeom>
        </p:spPr>
        <p:txBody>
          <a:bodyPr wrap="square">
            <a:spAutoFit/>
          </a:bodyPr>
          <a:lstStyle/>
          <a:p>
            <a:r>
              <a:rPr lang="en-US" sz="2400" dirty="0"/>
              <a:t>Syntactic Ambiguity: </a:t>
            </a:r>
          </a:p>
          <a:p>
            <a:endParaRPr lang="en-US" sz="2400" dirty="0"/>
          </a:p>
          <a:p>
            <a:r>
              <a:rPr lang="en-US" sz="2400" dirty="0"/>
              <a:t>This type of ambiguity represents sentences that how a particular sentence can be </a:t>
            </a:r>
            <a:r>
              <a:rPr lang="en-US" sz="2400" i="1" dirty="0">
                <a:solidFill>
                  <a:srgbClr val="B006A6"/>
                </a:solidFill>
              </a:rPr>
              <a:t>parsed in multiple syntactical forms. </a:t>
            </a:r>
          </a:p>
          <a:p>
            <a:r>
              <a:rPr lang="en-US" sz="2400" b="1" i="1" dirty="0"/>
              <a:t>In multiple Structural representation which one needs to be selected.</a:t>
            </a:r>
          </a:p>
          <a:p>
            <a:endParaRPr lang="en-US" sz="2400" dirty="0"/>
          </a:p>
          <a:p>
            <a:r>
              <a:rPr lang="en-US" sz="2400" dirty="0" err="1"/>
              <a:t>Eg</a:t>
            </a:r>
            <a:r>
              <a:rPr lang="en-US" sz="2400" dirty="0"/>
              <a:t>. </a:t>
            </a:r>
          </a:p>
          <a:p>
            <a:r>
              <a:rPr lang="en-US" sz="2400" dirty="0">
                <a:solidFill>
                  <a:srgbClr val="C00000"/>
                </a:solidFill>
              </a:rPr>
              <a:t>“ I </a:t>
            </a:r>
            <a:r>
              <a:rPr lang="en-US" sz="2400" b="1" u="sng" dirty="0">
                <a:solidFill>
                  <a:srgbClr val="C00000"/>
                </a:solidFill>
              </a:rPr>
              <a:t>heard</a:t>
            </a:r>
            <a:r>
              <a:rPr lang="en-US" sz="2400" dirty="0">
                <a:solidFill>
                  <a:srgbClr val="C00000"/>
                </a:solidFill>
              </a:rPr>
              <a:t> his </a:t>
            </a:r>
            <a:r>
              <a:rPr lang="en-US" sz="2400" b="1" u="sng" dirty="0">
                <a:solidFill>
                  <a:srgbClr val="C00000"/>
                </a:solidFill>
              </a:rPr>
              <a:t>cell phone </a:t>
            </a:r>
            <a:r>
              <a:rPr lang="en-US" sz="2400" dirty="0">
                <a:solidFill>
                  <a:srgbClr val="C00000"/>
                </a:solidFill>
              </a:rPr>
              <a:t>ring </a:t>
            </a:r>
            <a:r>
              <a:rPr lang="en-US" sz="2400" b="1" u="sng" dirty="0">
                <a:solidFill>
                  <a:schemeClr val="accent5">
                    <a:lumMod val="50000"/>
                  </a:schemeClr>
                </a:solidFill>
              </a:rPr>
              <a:t>in my office</a:t>
            </a:r>
            <a:r>
              <a:rPr lang="en-US" sz="2400" dirty="0">
                <a:solidFill>
                  <a:srgbClr val="C00000"/>
                </a:solidFill>
              </a:rPr>
              <a:t>”. </a:t>
            </a:r>
          </a:p>
          <a:p>
            <a:endParaRPr lang="en-US" sz="2400" dirty="0">
              <a:solidFill>
                <a:srgbClr val="C00000"/>
              </a:solidFill>
            </a:endParaRPr>
          </a:p>
          <a:p>
            <a:r>
              <a:rPr lang="en-US" sz="2400" dirty="0">
                <a:solidFill>
                  <a:srgbClr val="002060"/>
                </a:solidFill>
              </a:rPr>
              <a:t>The propositional phrase </a:t>
            </a:r>
            <a:r>
              <a:rPr lang="en-US" sz="2400" dirty="0">
                <a:solidFill>
                  <a:srgbClr val="C00000"/>
                </a:solidFill>
              </a:rPr>
              <a:t>“in my office” </a:t>
            </a:r>
            <a:r>
              <a:rPr lang="en-US" sz="2400" dirty="0">
                <a:solidFill>
                  <a:srgbClr val="002060"/>
                </a:solidFill>
              </a:rPr>
              <a:t>can be parsed in a way</a:t>
            </a:r>
          </a:p>
          <a:p>
            <a:pPr marL="1257300" lvl="2" indent="-342900">
              <a:buFont typeface="Arial" panose="020B0604020202020204" pitchFamily="34" charset="0"/>
              <a:buChar char="•"/>
            </a:pPr>
            <a:r>
              <a:rPr lang="en-US" sz="2400" dirty="0">
                <a:solidFill>
                  <a:srgbClr val="C00000"/>
                </a:solidFill>
              </a:rPr>
              <a:t>that modifies the noun or </a:t>
            </a:r>
          </a:p>
          <a:p>
            <a:pPr marL="1257300" lvl="2" indent="-342900">
              <a:buFont typeface="Arial" panose="020B0604020202020204" pitchFamily="34" charset="0"/>
              <a:buChar char="•"/>
            </a:pPr>
            <a:r>
              <a:rPr lang="en-US" sz="2400" dirty="0">
                <a:solidFill>
                  <a:srgbClr val="C00000"/>
                </a:solidFill>
              </a:rPr>
              <a:t>another way that modifies the verb.</a:t>
            </a:r>
          </a:p>
          <a:p>
            <a:endParaRPr lang="en-US" sz="2400" dirty="0"/>
          </a:p>
          <a:p>
            <a:endParaRPr lang="en-US" dirty="0"/>
          </a:p>
        </p:txBody>
      </p:sp>
      <p:cxnSp>
        <p:nvCxnSpPr>
          <p:cNvPr id="5" name="Straight Arrow Connector 4">
            <a:extLst>
              <a:ext uri="{FF2B5EF4-FFF2-40B4-BE49-F238E27FC236}">
                <a16:creationId xmlns:a16="http://schemas.microsoft.com/office/drawing/2014/main" id="{7E649A08-4C71-BF71-AA9C-ED1AA385B294}"/>
              </a:ext>
            </a:extLst>
          </p:cNvPr>
          <p:cNvCxnSpPr/>
          <p:nvPr/>
        </p:nvCxnSpPr>
        <p:spPr>
          <a:xfrm flipH="1">
            <a:off x="1351722" y="3717235"/>
            <a:ext cx="477078" cy="596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E29C8E0-7E3C-8C6B-621A-DDD0023DF21A}"/>
              </a:ext>
            </a:extLst>
          </p:cNvPr>
          <p:cNvCxnSpPr/>
          <p:nvPr/>
        </p:nvCxnSpPr>
        <p:spPr>
          <a:xfrm flipH="1">
            <a:off x="2991678" y="3667539"/>
            <a:ext cx="929447"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01DEFAC-1F13-CD82-3574-7EE0E018C4E8}"/>
              </a:ext>
            </a:extLst>
          </p:cNvPr>
          <p:cNvSpPr txBox="1"/>
          <p:nvPr/>
        </p:nvSpPr>
        <p:spPr>
          <a:xfrm>
            <a:off x="1710597" y="3429000"/>
            <a:ext cx="604012" cy="369332"/>
          </a:xfrm>
          <a:prstGeom prst="rect">
            <a:avLst/>
          </a:prstGeom>
          <a:noFill/>
        </p:spPr>
        <p:txBody>
          <a:bodyPr wrap="none" rtlCol="0">
            <a:spAutoFit/>
          </a:bodyPr>
          <a:lstStyle/>
          <a:p>
            <a:r>
              <a:rPr lang="en-IN" dirty="0"/>
              <a:t>verb</a:t>
            </a:r>
          </a:p>
        </p:txBody>
      </p:sp>
      <p:sp>
        <p:nvSpPr>
          <p:cNvPr id="11" name="TextBox 10">
            <a:extLst>
              <a:ext uri="{FF2B5EF4-FFF2-40B4-BE49-F238E27FC236}">
                <a16:creationId xmlns:a16="http://schemas.microsoft.com/office/drawing/2014/main" id="{873814BB-DEA6-0F09-5370-6BDB88EC4D94}"/>
              </a:ext>
            </a:extLst>
          </p:cNvPr>
          <p:cNvSpPr txBox="1"/>
          <p:nvPr/>
        </p:nvSpPr>
        <p:spPr>
          <a:xfrm>
            <a:off x="3578522" y="3373543"/>
            <a:ext cx="671979" cy="369332"/>
          </a:xfrm>
          <a:prstGeom prst="rect">
            <a:avLst/>
          </a:prstGeom>
          <a:noFill/>
        </p:spPr>
        <p:txBody>
          <a:bodyPr wrap="none" rtlCol="0">
            <a:spAutoFit/>
          </a:bodyPr>
          <a:lstStyle/>
          <a:p>
            <a:r>
              <a:rPr lang="en-IN" dirty="0"/>
              <a:t>noun</a:t>
            </a:r>
          </a:p>
        </p:txBody>
      </p:sp>
      <p:pic>
        <p:nvPicPr>
          <p:cNvPr id="4" name="object 5">
            <a:extLst>
              <a:ext uri="{FF2B5EF4-FFF2-40B4-BE49-F238E27FC236}">
                <a16:creationId xmlns:a16="http://schemas.microsoft.com/office/drawing/2014/main" id="{22CDF311-17EE-3777-4343-51B2566061C6}"/>
              </a:ext>
            </a:extLst>
          </p:cNvPr>
          <p:cNvPicPr/>
          <p:nvPr/>
        </p:nvPicPr>
        <p:blipFill>
          <a:blip r:embed="rId12" cstate="print"/>
          <a:stretch>
            <a:fillRect/>
          </a:stretch>
        </p:blipFill>
        <p:spPr>
          <a:xfrm>
            <a:off x="10502264" y="253745"/>
            <a:ext cx="870585" cy="1378458"/>
          </a:xfrm>
          <a:prstGeom prst="rect">
            <a:avLst/>
          </a:prstGeom>
        </p:spPr>
      </p:pic>
      <p:sp>
        <p:nvSpPr>
          <p:cNvPr id="3" name="Rectangle 2">
            <a:extLst>
              <a:ext uri="{FF2B5EF4-FFF2-40B4-BE49-F238E27FC236}">
                <a16:creationId xmlns:a16="http://schemas.microsoft.com/office/drawing/2014/main" id="{78E30621-EEB7-9C91-8B98-548F6144D476}"/>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382483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 calcmode="lin" valueType="num">
                                      <p:cBhvr additive="base">
                                        <p:cTn id="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anim calcmode="lin" valueType="num">
                                      <p:cBhvr additive="base">
                                        <p:cTn id="1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 calcmode="lin" valueType="num">
                                      <p:cBhvr additive="base">
                                        <p:cTn id="1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anim calcmode="lin" valueType="num">
                                      <p:cBhvr additive="base">
                                        <p:cTn id="19"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10" end="10"/>
                                            </p:txEl>
                                          </p:spTgt>
                                        </p:tgtEl>
                                        <p:attrNameLst>
                                          <p:attrName>style.visibility</p:attrName>
                                        </p:attrNameLst>
                                      </p:cBhvr>
                                      <p:to>
                                        <p:strVal val="visible"/>
                                      </p:to>
                                    </p:set>
                                    <p:anim calcmode="lin" valueType="num">
                                      <p:cBhvr additive="base">
                                        <p:cTn id="23"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074" y="1250295"/>
            <a:ext cx="8684623" cy="5346448"/>
          </a:xfrm>
        </p:spPr>
        <p:txBody>
          <a:bodyPr>
            <a:normAutofit lnSpcReduction="10000"/>
          </a:bodyPr>
          <a:lstStyle/>
          <a:p>
            <a:r>
              <a:rPr lang="en-US" dirty="0"/>
              <a:t>Another Example:</a:t>
            </a:r>
          </a:p>
          <a:p>
            <a:endParaRPr lang="en-US" dirty="0"/>
          </a:p>
          <a:p>
            <a:r>
              <a:rPr lang="en-US" dirty="0">
                <a:solidFill>
                  <a:srgbClr val="660066"/>
                </a:solidFill>
              </a:rPr>
              <a:t>Mary ate a salad with spinach from California for lunch on Tuesday.“</a:t>
            </a:r>
          </a:p>
          <a:p>
            <a:pPr lvl="1" algn="just"/>
            <a:r>
              <a:rPr lang="en-US" b="1" dirty="0">
                <a:solidFill>
                  <a:srgbClr val="002060"/>
                </a:solidFill>
              </a:rPr>
              <a:t>"with spinach</a:t>
            </a:r>
            <a:r>
              <a:rPr lang="en-US" dirty="0">
                <a:solidFill>
                  <a:srgbClr val="002060"/>
                </a:solidFill>
              </a:rPr>
              <a:t>" can attach to "</a:t>
            </a:r>
            <a:r>
              <a:rPr lang="en-US" b="1" dirty="0">
                <a:solidFill>
                  <a:srgbClr val="002060"/>
                </a:solidFill>
              </a:rPr>
              <a:t>salad</a:t>
            </a:r>
            <a:r>
              <a:rPr lang="en-US" dirty="0">
                <a:solidFill>
                  <a:srgbClr val="002060"/>
                </a:solidFill>
              </a:rPr>
              <a:t>" or "</a:t>
            </a:r>
            <a:r>
              <a:rPr lang="en-US" b="1" dirty="0">
                <a:solidFill>
                  <a:srgbClr val="002060"/>
                </a:solidFill>
              </a:rPr>
              <a:t>ate</a:t>
            </a:r>
            <a:r>
              <a:rPr lang="en-US" dirty="0">
                <a:solidFill>
                  <a:srgbClr val="002060"/>
                </a:solidFill>
              </a:rPr>
              <a:t>“,</a:t>
            </a:r>
          </a:p>
          <a:p>
            <a:pPr lvl="1" algn="just"/>
            <a:r>
              <a:rPr lang="en-US" dirty="0">
                <a:solidFill>
                  <a:srgbClr val="002060"/>
                </a:solidFill>
              </a:rPr>
              <a:t>"</a:t>
            </a:r>
            <a:r>
              <a:rPr lang="en-US" b="1" dirty="0">
                <a:solidFill>
                  <a:srgbClr val="002060"/>
                </a:solidFill>
              </a:rPr>
              <a:t>from California</a:t>
            </a:r>
            <a:r>
              <a:rPr lang="en-US" dirty="0">
                <a:solidFill>
                  <a:srgbClr val="002060"/>
                </a:solidFill>
              </a:rPr>
              <a:t>" can attach to "</a:t>
            </a:r>
            <a:r>
              <a:rPr lang="en-US" b="1" dirty="0">
                <a:solidFill>
                  <a:srgbClr val="002060"/>
                </a:solidFill>
              </a:rPr>
              <a:t>spinach</a:t>
            </a:r>
            <a:r>
              <a:rPr lang="en-US" dirty="0">
                <a:solidFill>
                  <a:srgbClr val="002060"/>
                </a:solidFill>
              </a:rPr>
              <a:t>", "</a:t>
            </a:r>
            <a:r>
              <a:rPr lang="en-US" b="1" dirty="0">
                <a:solidFill>
                  <a:srgbClr val="002060"/>
                </a:solidFill>
              </a:rPr>
              <a:t>salad</a:t>
            </a:r>
            <a:r>
              <a:rPr lang="en-US" dirty="0">
                <a:solidFill>
                  <a:srgbClr val="002060"/>
                </a:solidFill>
              </a:rPr>
              <a:t>", or "</a:t>
            </a:r>
            <a:r>
              <a:rPr lang="en-US" b="1" dirty="0">
                <a:solidFill>
                  <a:srgbClr val="002060"/>
                </a:solidFill>
              </a:rPr>
              <a:t>ate</a:t>
            </a:r>
            <a:r>
              <a:rPr lang="en-US" dirty="0">
                <a:solidFill>
                  <a:srgbClr val="002060"/>
                </a:solidFill>
              </a:rPr>
              <a:t>".</a:t>
            </a:r>
          </a:p>
          <a:p>
            <a:pPr lvl="1" algn="just"/>
            <a:r>
              <a:rPr lang="en-US" dirty="0">
                <a:solidFill>
                  <a:srgbClr val="002060"/>
                </a:solidFill>
              </a:rPr>
              <a:t>"</a:t>
            </a:r>
            <a:r>
              <a:rPr lang="en-US" b="1" dirty="0">
                <a:solidFill>
                  <a:srgbClr val="002060"/>
                </a:solidFill>
              </a:rPr>
              <a:t>for lunch</a:t>
            </a:r>
            <a:r>
              <a:rPr lang="en-US" dirty="0">
                <a:solidFill>
                  <a:srgbClr val="002060"/>
                </a:solidFill>
              </a:rPr>
              <a:t>" can attach to "</a:t>
            </a:r>
            <a:r>
              <a:rPr lang="en-US" b="1" dirty="0">
                <a:solidFill>
                  <a:srgbClr val="002060"/>
                </a:solidFill>
              </a:rPr>
              <a:t>California</a:t>
            </a:r>
            <a:r>
              <a:rPr lang="en-US" dirty="0">
                <a:solidFill>
                  <a:srgbClr val="002060"/>
                </a:solidFill>
              </a:rPr>
              <a:t>", "</a:t>
            </a:r>
            <a:r>
              <a:rPr lang="en-US" b="1" dirty="0">
                <a:solidFill>
                  <a:srgbClr val="002060"/>
                </a:solidFill>
              </a:rPr>
              <a:t>spinach</a:t>
            </a:r>
            <a:r>
              <a:rPr lang="en-US" dirty="0">
                <a:solidFill>
                  <a:srgbClr val="002060"/>
                </a:solidFill>
              </a:rPr>
              <a:t>", "</a:t>
            </a:r>
            <a:r>
              <a:rPr lang="en-US" b="1" dirty="0">
                <a:solidFill>
                  <a:srgbClr val="002060"/>
                </a:solidFill>
              </a:rPr>
              <a:t>salad</a:t>
            </a:r>
            <a:r>
              <a:rPr lang="en-US" dirty="0">
                <a:solidFill>
                  <a:srgbClr val="002060"/>
                </a:solidFill>
              </a:rPr>
              <a:t>", or "</a:t>
            </a:r>
            <a:r>
              <a:rPr lang="en-US" b="1" dirty="0">
                <a:solidFill>
                  <a:srgbClr val="002060"/>
                </a:solidFill>
              </a:rPr>
              <a:t>ate</a:t>
            </a:r>
            <a:r>
              <a:rPr lang="en-US" dirty="0">
                <a:solidFill>
                  <a:srgbClr val="002060"/>
                </a:solidFill>
              </a:rPr>
              <a:t>"</a:t>
            </a:r>
          </a:p>
          <a:p>
            <a:pPr lvl="1" algn="just"/>
            <a:r>
              <a:rPr lang="en-US" dirty="0">
                <a:solidFill>
                  <a:srgbClr val="002060"/>
                </a:solidFill>
              </a:rPr>
              <a:t>and "on Tuesday" can attach to "lunch", "California", "spinach", "salad" or "ate".</a:t>
            </a:r>
          </a:p>
          <a:p>
            <a:pPr algn="just"/>
            <a:endParaRPr lang="en-US" dirty="0">
              <a:solidFill>
                <a:schemeClr val="tx1">
                  <a:lumMod val="95000"/>
                  <a:lumOff val="5000"/>
                </a:schemeClr>
              </a:solidFill>
            </a:endParaRPr>
          </a:p>
          <a:p>
            <a:pPr algn="just"/>
            <a:r>
              <a:rPr lang="en-US" dirty="0">
                <a:solidFill>
                  <a:schemeClr val="tx1">
                    <a:lumMod val="95000"/>
                    <a:lumOff val="5000"/>
                  </a:schemeClr>
                </a:solidFill>
              </a:rPr>
              <a:t>Nonetheless there are 42 possible different parse trees for this sentence.</a:t>
            </a:r>
          </a:p>
        </p:txBody>
      </p:sp>
      <p:sp>
        <p:nvSpPr>
          <p:cNvPr id="4" name="Rectangle 3">
            <a:extLst>
              <a:ext uri="{FF2B5EF4-FFF2-40B4-BE49-F238E27FC236}">
                <a16:creationId xmlns:a16="http://schemas.microsoft.com/office/drawing/2014/main" id="{620A7DEA-950C-4954-B3B7-2672370FABF4}"/>
              </a:ext>
            </a:extLst>
          </p:cNvPr>
          <p:cNvSpPr/>
          <p:nvPr/>
        </p:nvSpPr>
        <p:spPr>
          <a:xfrm>
            <a:off x="633929" y="712141"/>
            <a:ext cx="7332487" cy="461665"/>
          </a:xfrm>
          <a:prstGeom prst="rect">
            <a:avLst/>
          </a:prstGeom>
        </p:spPr>
        <p:txBody>
          <a:bodyPr wrap="square">
            <a:spAutoFit/>
          </a:bodyPr>
          <a:lstStyle/>
          <a:p>
            <a:r>
              <a:rPr lang="en-IN" sz="2400" b="1" dirty="0">
                <a:solidFill>
                  <a:schemeClr val="accent1"/>
                </a:solidFill>
              </a:rPr>
              <a:t>Syntactic Ambiguity</a:t>
            </a:r>
          </a:p>
        </p:txBody>
      </p:sp>
      <p:cxnSp>
        <p:nvCxnSpPr>
          <p:cNvPr id="5" name="Straight Connector 4">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7" name="object 5">
            <a:extLst>
              <a:ext uri="{FF2B5EF4-FFF2-40B4-BE49-F238E27FC236}">
                <a16:creationId xmlns:a16="http://schemas.microsoft.com/office/drawing/2014/main" id="{D63209F4-3797-8774-209C-286D9F16FB5F}"/>
              </a:ext>
            </a:extLst>
          </p:cNvPr>
          <p:cNvPicPr/>
          <p:nvPr/>
        </p:nvPicPr>
        <p:blipFill>
          <a:blip r:embed="rId2" cstate="print"/>
          <a:stretch>
            <a:fillRect/>
          </a:stretch>
        </p:blipFill>
        <p:spPr>
          <a:xfrm>
            <a:off x="10502264" y="253745"/>
            <a:ext cx="870585" cy="1378458"/>
          </a:xfrm>
          <a:prstGeom prst="rect">
            <a:avLst/>
          </a:prstGeom>
        </p:spPr>
      </p:pic>
      <p:sp>
        <p:nvSpPr>
          <p:cNvPr id="6" name="Rectangle 5">
            <a:extLst>
              <a:ext uri="{FF2B5EF4-FFF2-40B4-BE49-F238E27FC236}">
                <a16:creationId xmlns:a16="http://schemas.microsoft.com/office/drawing/2014/main" id="{89A5AAF1-2BE1-E8B5-18D5-D711C8135D0F}"/>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4D4A5EE-AB73-3A3A-D4B0-349864BEBC4A}"/>
                  </a:ext>
                </a:extLst>
              </p14:cNvPr>
              <p14:cNvContentPartPr/>
              <p14:nvPr/>
            </p14:nvContentPartPr>
            <p14:xfrm>
              <a:off x="4309560" y="3271680"/>
              <a:ext cx="4547880" cy="2773800"/>
            </p14:xfrm>
          </p:contentPart>
        </mc:Choice>
        <mc:Fallback>
          <p:pic>
            <p:nvPicPr>
              <p:cNvPr id="2" name="Ink 1">
                <a:extLst>
                  <a:ext uri="{FF2B5EF4-FFF2-40B4-BE49-F238E27FC236}">
                    <a16:creationId xmlns:a16="http://schemas.microsoft.com/office/drawing/2014/main" id="{94D4A5EE-AB73-3A3A-D4B0-349864BEBC4A}"/>
                  </a:ext>
                </a:extLst>
              </p:cNvPr>
              <p:cNvPicPr/>
              <p:nvPr/>
            </p:nvPicPr>
            <p:blipFill>
              <a:blip r:embed="rId4"/>
              <a:stretch>
                <a:fillRect/>
              </a:stretch>
            </p:blipFill>
            <p:spPr>
              <a:xfrm>
                <a:off x="4300200" y="3262320"/>
                <a:ext cx="4566600" cy="2792520"/>
              </a:xfrm>
              <a:prstGeom prst="rect">
                <a:avLst/>
              </a:prstGeom>
            </p:spPr>
          </p:pic>
        </mc:Fallback>
      </mc:AlternateContent>
    </p:spTree>
    <p:extLst>
      <p:ext uri="{BB962C8B-B14F-4D97-AF65-F5344CB8AC3E}">
        <p14:creationId xmlns:p14="http://schemas.microsoft.com/office/powerpoint/2010/main" val="380286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33929" y="696545"/>
            <a:ext cx="7332487" cy="461665"/>
          </a:xfrm>
          <a:prstGeom prst="rect">
            <a:avLst/>
          </a:prstGeom>
        </p:spPr>
        <p:txBody>
          <a:bodyPr wrap="square">
            <a:spAutoFit/>
          </a:bodyPr>
          <a:lstStyle/>
          <a:p>
            <a:r>
              <a:rPr lang="en-IN" sz="2400" b="1" dirty="0">
                <a:solidFill>
                  <a:schemeClr val="accent1"/>
                </a:solidFill>
              </a:rPr>
              <a:t>Semantic Ambiguity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5364" name="Ink 4"/>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15364" name="Ink 4"/>
              <p:cNvPicPr>
                <a:picLocks noRot="1" noChangeAspect="1" noEditPoints="1" noChangeArrowheads="1" noChangeShapeType="1"/>
              </p:cNvPicPr>
              <p:nvPr/>
            </p:nvPicPr>
            <p:blipFill>
              <a:blip r:embed="rId5"/>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365" name="Ink 5"/>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15365" name="Ink 5"/>
              <p:cNvPicPr>
                <a:picLocks noRot="1" noChangeAspect="1" noEditPoints="1" noChangeArrowheads="1" noChangeShapeType="1"/>
              </p:cNvPicPr>
              <p:nvPr/>
            </p:nvPicPr>
            <p:blipFill>
              <a:blip r:embed="rId7"/>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367" name="Ink 7"/>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15367" name="Ink 7"/>
              <p:cNvPicPr>
                <a:picLocks noRot="1" noChangeAspect="1" noEditPoints="1" noChangeArrowheads="1" noChangeShapeType="1"/>
              </p:cNvPicPr>
              <p:nvPr/>
            </p:nvPicPr>
            <p:blipFill>
              <a:blip r:embed="rId9"/>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373" name="Ink 13"/>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15373" name="Ink 13"/>
              <p:cNvPicPr>
                <a:picLocks noRot="1" noChangeAspect="1" noEditPoints="1" noChangeArrowheads="1" noChangeShapeType="1"/>
              </p:cNvPicPr>
              <p:nvPr/>
            </p:nvPicPr>
            <p:blipFill>
              <a:blip r:embed="rId11"/>
              <a:stretch>
                <a:fillRect/>
              </a:stretch>
            </p:blipFill>
            <p:spPr>
              <a:xfrm>
                <a:off x="4493788" y="484843"/>
                <a:ext cx="2987445" cy="3433172"/>
              </a:xfrm>
              <a:prstGeom prst="rect">
                <a:avLst/>
              </a:prstGeom>
            </p:spPr>
          </p:pic>
        </mc:Fallback>
      </mc:AlternateContent>
      <p:sp>
        <p:nvSpPr>
          <p:cNvPr id="2" name="Rectangle 1"/>
          <p:cNvSpPr/>
          <p:nvPr/>
        </p:nvSpPr>
        <p:spPr>
          <a:xfrm>
            <a:off x="470878" y="1183522"/>
            <a:ext cx="8790687" cy="5170646"/>
          </a:xfrm>
          <a:prstGeom prst="rect">
            <a:avLst/>
          </a:prstGeom>
        </p:spPr>
        <p:txBody>
          <a:bodyPr wrap="square">
            <a:spAutoFit/>
          </a:bodyPr>
          <a:lstStyle/>
          <a:p>
            <a:r>
              <a:rPr lang="en-US" sz="2400" dirty="0"/>
              <a:t>Semantic Ambiguity: Related to the </a:t>
            </a:r>
            <a:r>
              <a:rPr lang="en-US" sz="2400" dirty="0">
                <a:solidFill>
                  <a:srgbClr val="00B050"/>
                </a:solidFill>
              </a:rPr>
              <a:t>interpretation of sentence</a:t>
            </a:r>
            <a:r>
              <a:rPr lang="en-US" sz="2400" dirty="0"/>
              <a:t>.  OR</a:t>
            </a:r>
          </a:p>
          <a:p>
            <a:r>
              <a:rPr lang="en-US" sz="2400" dirty="0"/>
              <a:t>How you interpret the meaning of entire </a:t>
            </a:r>
            <a:r>
              <a:rPr lang="en-US" sz="2400" dirty="0" err="1"/>
              <a:t>senetence</a:t>
            </a:r>
            <a:r>
              <a:rPr lang="en-US" sz="2400" dirty="0"/>
              <a:t>.</a:t>
            </a:r>
          </a:p>
          <a:p>
            <a:pPr marL="285750" indent="-285750" algn="just">
              <a:buFont typeface="Arial" panose="020B0604020202020204" pitchFamily="34" charset="0"/>
              <a:buChar char="•"/>
            </a:pPr>
            <a:r>
              <a:rPr lang="en-US" sz="2400" dirty="0" err="1"/>
              <a:t>Eg</a:t>
            </a:r>
            <a:r>
              <a:rPr lang="en-US" sz="2400" dirty="0"/>
              <a:t>.,</a:t>
            </a:r>
          </a:p>
          <a:p>
            <a:pPr marL="742950" lvl="1" indent="-285750" algn="just">
              <a:buFont typeface="Arial" panose="020B0604020202020204" pitchFamily="34" charset="0"/>
              <a:buChar char="•"/>
            </a:pPr>
            <a:r>
              <a:rPr lang="en-US" sz="2400" dirty="0"/>
              <a:t> </a:t>
            </a:r>
            <a:r>
              <a:rPr lang="en-US" sz="2400" dirty="0">
                <a:solidFill>
                  <a:srgbClr val="C00000"/>
                </a:solidFill>
              </a:rPr>
              <a:t>I heard his cell phone ring in my office </a:t>
            </a:r>
            <a:r>
              <a:rPr lang="en-US" sz="2400" dirty="0"/>
              <a:t>can be interpreted as if “</a:t>
            </a:r>
            <a:r>
              <a:rPr lang="en-US" sz="2400" i="1" dirty="0">
                <a:solidFill>
                  <a:srgbClr val="660066"/>
                </a:solidFill>
              </a:rPr>
              <a:t>I was physically present in the office</a:t>
            </a:r>
            <a:r>
              <a:rPr lang="en-US" sz="2400" dirty="0"/>
              <a:t>” or as if “</a:t>
            </a:r>
            <a:r>
              <a:rPr lang="en-US" sz="2400" i="1" dirty="0">
                <a:solidFill>
                  <a:srgbClr val="660066"/>
                </a:solidFill>
              </a:rPr>
              <a:t>the cell phone was in the office</a:t>
            </a:r>
            <a:r>
              <a:rPr lang="en-US" sz="2400" dirty="0"/>
              <a:t>”.</a:t>
            </a:r>
          </a:p>
          <a:p>
            <a:pPr marL="742950" lvl="1" indent="-285750" algn="just">
              <a:buFont typeface="Arial" panose="020B0604020202020204" pitchFamily="34" charset="0"/>
              <a:buChar char="•"/>
            </a:pPr>
            <a:r>
              <a:rPr lang="en-US" sz="2400" i="1" dirty="0"/>
              <a:t>Lucy owns </a:t>
            </a:r>
            <a:r>
              <a:rPr lang="en-US" sz="2400" i="1" dirty="0">
                <a:solidFill>
                  <a:srgbClr val="00B050"/>
                </a:solidFill>
              </a:rPr>
              <a:t>a parrot</a:t>
            </a:r>
            <a:r>
              <a:rPr lang="en-US" sz="2400" dirty="0"/>
              <a:t> (existentially quantified) </a:t>
            </a:r>
            <a:r>
              <a:rPr lang="en-US" sz="2400" i="1" dirty="0"/>
              <a:t>that is larger than </a:t>
            </a:r>
            <a:r>
              <a:rPr lang="en-US" sz="2400" i="1" dirty="0">
                <a:solidFill>
                  <a:srgbClr val="B006A6"/>
                </a:solidFill>
              </a:rPr>
              <a:t>a cat</a:t>
            </a:r>
            <a:r>
              <a:rPr lang="en-US" sz="2400" dirty="0"/>
              <a:t> (either universally quantified or means "typical cats")</a:t>
            </a:r>
          </a:p>
          <a:p>
            <a:endParaRPr lang="en-US" dirty="0"/>
          </a:p>
          <a:p>
            <a:r>
              <a:rPr lang="en-US" sz="2400" dirty="0"/>
              <a:t>Another Example</a:t>
            </a:r>
          </a:p>
          <a:p>
            <a:pPr marL="285750" indent="-285750">
              <a:buFont typeface="Arial" panose="020B0604020202020204" pitchFamily="34" charset="0"/>
              <a:buChar char="•"/>
            </a:pPr>
            <a:r>
              <a:rPr lang="en-US" sz="2400" dirty="0"/>
              <a:t>"</a:t>
            </a:r>
            <a:r>
              <a:rPr lang="en-US" sz="2400" dirty="0">
                <a:solidFill>
                  <a:srgbClr val="FF0000"/>
                </a:solidFill>
              </a:rPr>
              <a:t>The dog is chasing the cat</a:t>
            </a:r>
            <a:r>
              <a:rPr lang="en-US" sz="2400" dirty="0"/>
              <a:t>." vs. "</a:t>
            </a:r>
            <a:r>
              <a:rPr lang="en-US" sz="2400" dirty="0">
                <a:solidFill>
                  <a:srgbClr val="FF0000"/>
                </a:solidFill>
              </a:rPr>
              <a:t>The dog has been domesticated for 10,000 years</a:t>
            </a:r>
            <a:r>
              <a:rPr lang="en-US" sz="2400" dirty="0"/>
              <a:t>." </a:t>
            </a:r>
          </a:p>
          <a:p>
            <a:pPr marL="285750" indent="-285750">
              <a:buFont typeface="Arial" panose="020B0604020202020204" pitchFamily="34" charset="0"/>
              <a:buChar char="•"/>
            </a:pPr>
            <a:r>
              <a:rPr lang="en-US" sz="2400" dirty="0"/>
              <a:t>In the first sentence, "The dog" means to a particular dog;</a:t>
            </a:r>
          </a:p>
          <a:p>
            <a:pPr marL="285750" indent="-285750">
              <a:buFont typeface="Arial" panose="020B0604020202020204" pitchFamily="34" charset="0"/>
              <a:buChar char="•"/>
            </a:pPr>
            <a:r>
              <a:rPr lang="en-US" sz="2400" dirty="0"/>
              <a:t> In the second, it means the species "dog".</a:t>
            </a:r>
          </a:p>
        </p:txBody>
      </p:sp>
      <p:pic>
        <p:nvPicPr>
          <p:cNvPr id="4" name="object 5">
            <a:extLst>
              <a:ext uri="{FF2B5EF4-FFF2-40B4-BE49-F238E27FC236}">
                <a16:creationId xmlns:a16="http://schemas.microsoft.com/office/drawing/2014/main" id="{A8414332-49AB-9F1B-D104-999D58682762}"/>
              </a:ext>
            </a:extLst>
          </p:cNvPr>
          <p:cNvPicPr/>
          <p:nvPr/>
        </p:nvPicPr>
        <p:blipFill>
          <a:blip r:embed="rId12" cstate="print"/>
          <a:stretch>
            <a:fillRect/>
          </a:stretch>
        </p:blipFill>
        <p:spPr>
          <a:xfrm>
            <a:off x="10502264" y="253745"/>
            <a:ext cx="870585" cy="1378458"/>
          </a:xfrm>
          <a:prstGeom prst="rect">
            <a:avLst/>
          </a:prstGeom>
        </p:spPr>
      </p:pic>
      <p:sp>
        <p:nvSpPr>
          <p:cNvPr id="5" name="Rectangle 4">
            <a:extLst>
              <a:ext uri="{FF2B5EF4-FFF2-40B4-BE49-F238E27FC236}">
                <a16:creationId xmlns:a16="http://schemas.microsoft.com/office/drawing/2014/main" id="{A0BD2F02-CB39-B8EE-D145-0CE9ABF2934D}"/>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75914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 calcmode="lin" valueType="num">
                                      <p:cBhvr additive="base">
                                        <p:cTn id="1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anim calcmode="lin" valueType="num">
                                      <p:cBhvr additive="base">
                                        <p:cTn id="23"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 calcmode="lin" valueType="num">
                                      <p:cBhvr additive="base">
                                        <p:cTn id="27"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anim calcmode="lin" valueType="num">
                                      <p:cBhvr additive="base">
                                        <p:cTn id="31"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3251" y="1407615"/>
            <a:ext cx="8945880" cy="4914808"/>
          </a:xfrm>
        </p:spPr>
        <p:txBody>
          <a:bodyPr>
            <a:normAutofit/>
          </a:bodyPr>
          <a:lstStyle/>
          <a:p>
            <a:pPr algn="just"/>
            <a:r>
              <a:rPr lang="en-US" sz="2400" b="1" dirty="0"/>
              <a:t>Anaphoric ambiguity</a:t>
            </a:r>
          </a:p>
          <a:p>
            <a:pPr algn="just"/>
            <a:r>
              <a:rPr lang="en-US" sz="2400" dirty="0"/>
              <a:t>A </a:t>
            </a:r>
            <a:r>
              <a:rPr lang="en-US" sz="2400" dirty="0">
                <a:solidFill>
                  <a:srgbClr val="660066"/>
                </a:solidFill>
              </a:rPr>
              <a:t>phrase or word refers to something previously mentioned</a:t>
            </a:r>
            <a:r>
              <a:rPr lang="en-US" sz="2400" dirty="0"/>
              <a:t>, but there is more than one possibility for machine to understand that word.</a:t>
            </a:r>
          </a:p>
          <a:p>
            <a:pPr algn="just"/>
            <a:r>
              <a:rPr lang="en-US" sz="2400" dirty="0" err="1"/>
              <a:t>Eg</a:t>
            </a:r>
            <a:r>
              <a:rPr lang="en-US" sz="2400" dirty="0"/>
              <a:t>. </a:t>
            </a:r>
          </a:p>
          <a:p>
            <a:pPr algn="just"/>
            <a:r>
              <a:rPr lang="en-US" sz="2000" dirty="0"/>
              <a:t>"</a:t>
            </a:r>
            <a:r>
              <a:rPr lang="en-US" sz="2400" dirty="0">
                <a:solidFill>
                  <a:srgbClr val="FF0000"/>
                </a:solidFill>
              </a:rPr>
              <a:t>Margaret invited Susan for a visit, and she gave her a good lunch</a:t>
            </a:r>
            <a:r>
              <a:rPr lang="en-US" sz="2400" dirty="0"/>
              <a:t>." (she = Margaret; her = Susan)</a:t>
            </a:r>
          </a:p>
          <a:p>
            <a:pPr algn="just"/>
            <a:r>
              <a:rPr lang="en-US" sz="2400" dirty="0"/>
              <a:t>"Margaret invited Susan for a visit, but she told her she had to go to work" (she = Susan; her = Margaret.)</a:t>
            </a:r>
          </a:p>
          <a:p>
            <a:pPr algn="just"/>
            <a:r>
              <a:rPr lang="en-US" sz="2400" dirty="0"/>
              <a:t>"On the train to Boston, George chatted with another passenger. The man turned out to be a professional hockey player." </a:t>
            </a:r>
          </a:p>
          <a:p>
            <a:pPr algn="just"/>
            <a:r>
              <a:rPr lang="en-US" sz="2400" dirty="0"/>
              <a:t>(The man = another passenger).</a:t>
            </a:r>
          </a:p>
          <a:p>
            <a:endParaRPr lang="en-IN" dirty="0"/>
          </a:p>
        </p:txBody>
      </p:sp>
      <p:sp>
        <p:nvSpPr>
          <p:cNvPr id="4" name="Rectangle 3">
            <a:extLst>
              <a:ext uri="{FF2B5EF4-FFF2-40B4-BE49-F238E27FC236}">
                <a16:creationId xmlns:a16="http://schemas.microsoft.com/office/drawing/2014/main" id="{620A7DEA-950C-4954-B3B7-2672370FABF4}"/>
              </a:ext>
            </a:extLst>
          </p:cNvPr>
          <p:cNvSpPr/>
          <p:nvPr/>
        </p:nvSpPr>
        <p:spPr>
          <a:xfrm>
            <a:off x="633929" y="709970"/>
            <a:ext cx="7332487" cy="461665"/>
          </a:xfrm>
          <a:prstGeom prst="rect">
            <a:avLst/>
          </a:prstGeom>
        </p:spPr>
        <p:txBody>
          <a:bodyPr wrap="square">
            <a:spAutoFit/>
          </a:bodyPr>
          <a:lstStyle/>
          <a:p>
            <a:r>
              <a:rPr lang="en-IN" sz="2400" b="1" dirty="0">
                <a:solidFill>
                  <a:schemeClr val="accent1"/>
                </a:solidFill>
              </a:rPr>
              <a:t>Anaphoric Ambiguity</a:t>
            </a:r>
          </a:p>
        </p:txBody>
      </p:sp>
      <p:cxnSp>
        <p:nvCxnSpPr>
          <p:cNvPr id="5" name="Straight Connector 4">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7" name="object 5">
            <a:extLst>
              <a:ext uri="{FF2B5EF4-FFF2-40B4-BE49-F238E27FC236}">
                <a16:creationId xmlns:a16="http://schemas.microsoft.com/office/drawing/2014/main" id="{87BE64A9-42B5-0EC7-11EE-190428D38DE0}"/>
              </a:ext>
            </a:extLst>
          </p:cNvPr>
          <p:cNvPicPr/>
          <p:nvPr/>
        </p:nvPicPr>
        <p:blipFill>
          <a:blip r:embed="rId2" cstate="print"/>
          <a:stretch>
            <a:fillRect/>
          </a:stretch>
        </p:blipFill>
        <p:spPr>
          <a:xfrm>
            <a:off x="10502264" y="253745"/>
            <a:ext cx="870585" cy="1378458"/>
          </a:xfrm>
          <a:prstGeom prst="rect">
            <a:avLst/>
          </a:prstGeom>
        </p:spPr>
      </p:pic>
      <p:sp>
        <p:nvSpPr>
          <p:cNvPr id="2" name="Rectangle 1">
            <a:extLst>
              <a:ext uri="{FF2B5EF4-FFF2-40B4-BE49-F238E27FC236}">
                <a16:creationId xmlns:a16="http://schemas.microsoft.com/office/drawing/2014/main" id="{CCD5FB3D-FE7A-DE47-DFC6-B3CDFC5EE613}"/>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105207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33929" y="678021"/>
            <a:ext cx="7332487" cy="461665"/>
          </a:xfrm>
          <a:prstGeom prst="rect">
            <a:avLst/>
          </a:prstGeom>
        </p:spPr>
        <p:txBody>
          <a:bodyPr wrap="square">
            <a:spAutoFit/>
          </a:bodyPr>
          <a:lstStyle/>
          <a:p>
            <a:r>
              <a:rPr lang="en-IN" sz="2400" b="1" dirty="0">
                <a:solidFill>
                  <a:schemeClr val="accent1"/>
                </a:solidFill>
              </a:rPr>
              <a:t>Metonymy Ambiguity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5364" name="Ink 4"/>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15364" name="Ink 4"/>
              <p:cNvPicPr>
                <a:picLocks noRot="1" noChangeAspect="1" noEditPoints="1" noChangeArrowheads="1" noChangeShapeType="1"/>
              </p:cNvPicPr>
              <p:nvPr/>
            </p:nvPicPr>
            <p:blipFill>
              <a:blip r:embed="rId5"/>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365" name="Ink 5"/>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15365" name="Ink 5"/>
              <p:cNvPicPr>
                <a:picLocks noRot="1" noChangeAspect="1" noEditPoints="1" noChangeArrowheads="1" noChangeShapeType="1"/>
              </p:cNvPicPr>
              <p:nvPr/>
            </p:nvPicPr>
            <p:blipFill>
              <a:blip r:embed="rId7"/>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367" name="Ink 7"/>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15367" name="Ink 7"/>
              <p:cNvPicPr>
                <a:picLocks noRot="1" noChangeAspect="1" noEditPoints="1" noChangeArrowheads="1" noChangeShapeType="1"/>
              </p:cNvPicPr>
              <p:nvPr/>
            </p:nvPicPr>
            <p:blipFill>
              <a:blip r:embed="rId9"/>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373" name="Ink 13"/>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15373" name="Ink 13"/>
              <p:cNvPicPr>
                <a:picLocks noRot="1" noChangeAspect="1" noEditPoints="1" noChangeArrowheads="1" noChangeShapeType="1"/>
              </p:cNvPicPr>
              <p:nvPr/>
            </p:nvPicPr>
            <p:blipFill>
              <a:blip r:embed="rId11"/>
              <a:stretch>
                <a:fillRect/>
              </a:stretch>
            </p:blipFill>
            <p:spPr>
              <a:xfrm>
                <a:off x="4493788" y="484843"/>
                <a:ext cx="2987445" cy="3433172"/>
              </a:xfrm>
              <a:prstGeom prst="rect">
                <a:avLst/>
              </a:prstGeom>
            </p:spPr>
          </p:pic>
        </mc:Fallback>
      </mc:AlternateContent>
      <p:sp>
        <p:nvSpPr>
          <p:cNvPr id="2" name="Rectangle 1"/>
          <p:cNvSpPr/>
          <p:nvPr/>
        </p:nvSpPr>
        <p:spPr>
          <a:xfrm>
            <a:off x="873125" y="1573213"/>
            <a:ext cx="7577074" cy="3416320"/>
          </a:xfrm>
          <a:prstGeom prst="rect">
            <a:avLst/>
          </a:prstGeom>
        </p:spPr>
        <p:txBody>
          <a:bodyPr wrap="square">
            <a:spAutoFit/>
          </a:bodyPr>
          <a:lstStyle/>
          <a:p>
            <a:r>
              <a:rPr lang="en-US" sz="2400" dirty="0"/>
              <a:t>Metonymy: </a:t>
            </a:r>
          </a:p>
          <a:p>
            <a:r>
              <a:rPr lang="en-US" sz="2400" dirty="0"/>
              <a:t>The most difficult type of ambiguity, </a:t>
            </a:r>
            <a:r>
              <a:rPr lang="en-US" sz="2400" i="1" dirty="0"/>
              <a:t>metonymy </a:t>
            </a:r>
            <a:r>
              <a:rPr lang="en-US" sz="2400" dirty="0"/>
              <a:t>deals with phrases in which the </a:t>
            </a:r>
            <a:r>
              <a:rPr lang="en-US" sz="2400" i="1" dirty="0">
                <a:solidFill>
                  <a:srgbClr val="660066"/>
                </a:solidFill>
              </a:rPr>
              <a:t>literal meaning is different from the figurative assertion. </a:t>
            </a:r>
          </a:p>
          <a:p>
            <a:endParaRPr lang="en-US" sz="2400" dirty="0"/>
          </a:p>
          <a:p>
            <a:r>
              <a:rPr lang="en-US" sz="2400" dirty="0" err="1"/>
              <a:t>Eg</a:t>
            </a:r>
            <a:r>
              <a:rPr lang="en-US" sz="2400" dirty="0"/>
              <a:t>., </a:t>
            </a:r>
          </a:p>
          <a:p>
            <a:r>
              <a:rPr lang="en-US" sz="2400" dirty="0">
                <a:solidFill>
                  <a:srgbClr val="FF0000"/>
                </a:solidFill>
              </a:rPr>
              <a:t>Samsung is screaming for new management</a:t>
            </a:r>
            <a:r>
              <a:rPr lang="en-US" sz="2400" dirty="0"/>
              <a:t>. </a:t>
            </a:r>
          </a:p>
          <a:p>
            <a:endParaRPr lang="en-US" sz="2400" dirty="0"/>
          </a:p>
          <a:p>
            <a:r>
              <a:rPr lang="en-US" sz="2400" dirty="0"/>
              <a:t>Here </a:t>
            </a:r>
            <a:r>
              <a:rPr lang="en-US" sz="2400" dirty="0">
                <a:solidFill>
                  <a:srgbClr val="C00000"/>
                </a:solidFill>
              </a:rPr>
              <a:t>screaming</a:t>
            </a:r>
            <a:r>
              <a:rPr lang="en-US" sz="2400" dirty="0"/>
              <a:t> doesn’t </a:t>
            </a:r>
            <a:r>
              <a:rPr lang="en-US" sz="2400" dirty="0">
                <a:solidFill>
                  <a:srgbClr val="002060"/>
                </a:solidFill>
              </a:rPr>
              <a:t>literally mean yelling</a:t>
            </a:r>
            <a:r>
              <a:rPr lang="en-US" sz="2400" dirty="0"/>
              <a:t>.</a:t>
            </a:r>
          </a:p>
        </p:txBody>
      </p:sp>
      <p:cxnSp>
        <p:nvCxnSpPr>
          <p:cNvPr id="5" name="Straight Arrow Connector 4">
            <a:extLst>
              <a:ext uri="{FF2B5EF4-FFF2-40B4-BE49-F238E27FC236}">
                <a16:creationId xmlns:a16="http://schemas.microsoft.com/office/drawing/2014/main" id="{FBD6042B-4DAF-0EE9-C541-513EB5183F5D}"/>
              </a:ext>
            </a:extLst>
          </p:cNvPr>
          <p:cNvCxnSpPr/>
          <p:nvPr/>
        </p:nvCxnSpPr>
        <p:spPr>
          <a:xfrm>
            <a:off x="2335696" y="4860235"/>
            <a:ext cx="2792895" cy="903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3518FD0-D34D-BF2F-175D-57B2163ACCE0}"/>
              </a:ext>
            </a:extLst>
          </p:cNvPr>
          <p:cNvSpPr txBox="1"/>
          <p:nvPr/>
        </p:nvSpPr>
        <p:spPr>
          <a:xfrm>
            <a:off x="5257800" y="5854148"/>
            <a:ext cx="3329886" cy="369332"/>
          </a:xfrm>
          <a:prstGeom prst="rect">
            <a:avLst/>
          </a:prstGeom>
          <a:noFill/>
        </p:spPr>
        <p:txBody>
          <a:bodyPr wrap="none" rtlCol="0">
            <a:spAutoFit/>
          </a:bodyPr>
          <a:lstStyle/>
          <a:p>
            <a:r>
              <a:rPr lang="en-IN" dirty="0"/>
              <a:t>Looking for a better management</a:t>
            </a:r>
          </a:p>
        </p:txBody>
      </p:sp>
      <p:pic>
        <p:nvPicPr>
          <p:cNvPr id="4" name="object 5">
            <a:extLst>
              <a:ext uri="{FF2B5EF4-FFF2-40B4-BE49-F238E27FC236}">
                <a16:creationId xmlns:a16="http://schemas.microsoft.com/office/drawing/2014/main" id="{08C5E805-3807-C4A2-F169-02D4507822B2}"/>
              </a:ext>
            </a:extLst>
          </p:cNvPr>
          <p:cNvPicPr/>
          <p:nvPr/>
        </p:nvPicPr>
        <p:blipFill>
          <a:blip r:embed="rId12" cstate="print"/>
          <a:stretch>
            <a:fillRect/>
          </a:stretch>
        </p:blipFill>
        <p:spPr>
          <a:xfrm>
            <a:off x="10502264" y="253745"/>
            <a:ext cx="870585" cy="1378458"/>
          </a:xfrm>
          <a:prstGeom prst="rect">
            <a:avLst/>
          </a:prstGeom>
        </p:spPr>
      </p:pic>
      <p:sp>
        <p:nvSpPr>
          <p:cNvPr id="6" name="Rectangle 5">
            <a:extLst>
              <a:ext uri="{FF2B5EF4-FFF2-40B4-BE49-F238E27FC236}">
                <a16:creationId xmlns:a16="http://schemas.microsoft.com/office/drawing/2014/main" id="{2CBDBA2D-FAED-20DA-0650-9404F1CFB374}"/>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Tree>
    <p:extLst>
      <p:ext uri="{BB962C8B-B14F-4D97-AF65-F5344CB8AC3E}">
        <p14:creationId xmlns:p14="http://schemas.microsoft.com/office/powerpoint/2010/main" val="20363583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044" y="1407613"/>
            <a:ext cx="8096794" cy="5045438"/>
          </a:xfrm>
        </p:spPr>
        <p:txBody>
          <a:bodyPr>
            <a:normAutofit fontScale="92500" lnSpcReduction="10000"/>
          </a:bodyPr>
          <a:lstStyle/>
          <a:p>
            <a:r>
              <a:rPr lang="en-US" sz="2600" dirty="0"/>
              <a:t>Find the different types of ambiguities in the following sentence.</a:t>
            </a:r>
          </a:p>
          <a:p>
            <a:pPr marL="0" indent="0">
              <a:buNone/>
            </a:pPr>
            <a:r>
              <a:rPr lang="en-US" dirty="0">
                <a:solidFill>
                  <a:srgbClr val="C00000"/>
                </a:solidFill>
              </a:rPr>
              <a:t>	“</a:t>
            </a:r>
            <a:r>
              <a:rPr lang="en-US" sz="2400" dirty="0">
                <a:solidFill>
                  <a:srgbClr val="C00000"/>
                </a:solidFill>
              </a:rPr>
              <a:t>Elsa tried to reach her aunt on the phone, but she didn't 	answer”.</a:t>
            </a:r>
          </a:p>
          <a:p>
            <a:pPr marL="0" indent="0">
              <a:buNone/>
            </a:pPr>
            <a:r>
              <a:rPr lang="en-US" sz="2400" dirty="0"/>
              <a:t>1. Lexical ambiguity</a:t>
            </a:r>
            <a:r>
              <a:rPr lang="en-US" dirty="0"/>
              <a:t>: </a:t>
            </a:r>
          </a:p>
          <a:p>
            <a:pPr marL="0" indent="0">
              <a:buNone/>
            </a:pPr>
            <a:r>
              <a:rPr lang="en-US" dirty="0"/>
              <a:t>	</a:t>
            </a:r>
            <a:r>
              <a:rPr lang="en-US" sz="1900" dirty="0"/>
              <a:t>The word "tried" means "attempted" not "held a court proceedings", or "test" (as in "Elsa tried the lemonade"). The word "reach" means "establish communication" not "physically arrive at" (as in "the boat reached the shore").</a:t>
            </a:r>
          </a:p>
          <a:p>
            <a:r>
              <a:rPr lang="en-US" sz="2400" dirty="0"/>
              <a:t>Syntactic ambiguity</a:t>
            </a:r>
            <a:r>
              <a:rPr lang="en-US" dirty="0"/>
              <a:t>: </a:t>
            </a:r>
          </a:p>
          <a:p>
            <a:pPr marL="0" indent="0">
              <a:buNone/>
            </a:pPr>
            <a:r>
              <a:rPr lang="en-US" sz="1800" dirty="0"/>
              <a:t>	The phrase "on the phone" attaches to "reach" and thus means "using the phone" not to "aunt" which would mean "her aunt who was physically on top of the phone" (compare "her aunt in Seattle").</a:t>
            </a:r>
          </a:p>
          <a:p>
            <a:r>
              <a:rPr lang="en-US" sz="2400" dirty="0"/>
              <a:t>Anaphoric ambiguity</a:t>
            </a:r>
            <a:r>
              <a:rPr lang="en-US" dirty="0"/>
              <a:t>: </a:t>
            </a:r>
          </a:p>
          <a:p>
            <a:pPr marL="457200" lvl="1" indent="0">
              <a:buNone/>
            </a:pPr>
            <a:r>
              <a:rPr lang="en-US" sz="1800" dirty="0"/>
              <a:t>	"she" means the aunt, not Elsa.</a:t>
            </a:r>
          </a:p>
          <a:p>
            <a:endParaRPr lang="en-IN" sz="1800" dirty="0"/>
          </a:p>
        </p:txBody>
      </p:sp>
      <p:sp>
        <p:nvSpPr>
          <p:cNvPr id="4" name="Rectangle 3">
            <a:extLst>
              <a:ext uri="{FF2B5EF4-FFF2-40B4-BE49-F238E27FC236}">
                <a16:creationId xmlns:a16="http://schemas.microsoft.com/office/drawing/2014/main" id="{620A7DEA-950C-4954-B3B7-2672370FABF4}"/>
              </a:ext>
            </a:extLst>
          </p:cNvPr>
          <p:cNvSpPr/>
          <p:nvPr/>
        </p:nvSpPr>
        <p:spPr>
          <a:xfrm>
            <a:off x="669044" y="668514"/>
            <a:ext cx="7332487" cy="461665"/>
          </a:xfrm>
          <a:prstGeom prst="rect">
            <a:avLst/>
          </a:prstGeom>
        </p:spPr>
        <p:txBody>
          <a:bodyPr wrap="square">
            <a:spAutoFit/>
          </a:bodyPr>
          <a:lstStyle/>
          <a:p>
            <a:r>
              <a:rPr lang="en-IN" sz="2400" b="1" dirty="0">
                <a:solidFill>
                  <a:schemeClr val="accent1"/>
                </a:solidFill>
              </a:rPr>
              <a:t>Examples</a:t>
            </a:r>
          </a:p>
        </p:txBody>
      </p:sp>
      <p:cxnSp>
        <p:nvCxnSpPr>
          <p:cNvPr id="5" name="Straight Connector 4">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7" name="object 5">
            <a:extLst>
              <a:ext uri="{FF2B5EF4-FFF2-40B4-BE49-F238E27FC236}">
                <a16:creationId xmlns:a16="http://schemas.microsoft.com/office/drawing/2014/main" id="{1684E1B9-70F9-1AD6-DFA9-B6BFD927D2EF}"/>
              </a:ext>
            </a:extLst>
          </p:cNvPr>
          <p:cNvPicPr/>
          <p:nvPr/>
        </p:nvPicPr>
        <p:blipFill>
          <a:blip r:embed="rId2" cstate="print"/>
          <a:stretch>
            <a:fillRect/>
          </a:stretch>
        </p:blipFill>
        <p:spPr>
          <a:xfrm>
            <a:off x="10502264" y="253745"/>
            <a:ext cx="870585" cy="1378458"/>
          </a:xfrm>
          <a:prstGeom prst="rect">
            <a:avLst/>
          </a:prstGeom>
        </p:spPr>
      </p:pic>
      <p:sp>
        <p:nvSpPr>
          <p:cNvPr id="6" name="Rectangle 5">
            <a:extLst>
              <a:ext uri="{FF2B5EF4-FFF2-40B4-BE49-F238E27FC236}">
                <a16:creationId xmlns:a16="http://schemas.microsoft.com/office/drawing/2014/main" id="{08BDAE25-B1A9-C110-FC23-6735322A4C99}"/>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EDD1822-C51A-BCE6-08CB-85F1C59B26EA}"/>
                  </a:ext>
                </a:extLst>
              </p14:cNvPr>
              <p14:cNvContentPartPr/>
              <p14:nvPr/>
            </p14:nvContentPartPr>
            <p14:xfrm>
              <a:off x="2764800" y="2399040"/>
              <a:ext cx="4910400" cy="2502360"/>
            </p14:xfrm>
          </p:contentPart>
        </mc:Choice>
        <mc:Fallback>
          <p:pic>
            <p:nvPicPr>
              <p:cNvPr id="2" name="Ink 1">
                <a:extLst>
                  <a:ext uri="{FF2B5EF4-FFF2-40B4-BE49-F238E27FC236}">
                    <a16:creationId xmlns:a16="http://schemas.microsoft.com/office/drawing/2014/main" id="{8EDD1822-C51A-BCE6-08CB-85F1C59B26EA}"/>
                  </a:ext>
                </a:extLst>
              </p:cNvPr>
              <p:cNvPicPr/>
              <p:nvPr/>
            </p:nvPicPr>
            <p:blipFill>
              <a:blip r:embed="rId4"/>
              <a:stretch>
                <a:fillRect/>
              </a:stretch>
            </p:blipFill>
            <p:spPr>
              <a:xfrm>
                <a:off x="2755440" y="2389680"/>
                <a:ext cx="4929120" cy="2521080"/>
              </a:xfrm>
              <a:prstGeom prst="rect">
                <a:avLst/>
              </a:prstGeom>
            </p:spPr>
          </p:pic>
        </mc:Fallback>
      </mc:AlternateContent>
    </p:spTree>
    <p:extLst>
      <p:ext uri="{BB962C8B-B14F-4D97-AF65-F5344CB8AC3E}">
        <p14:creationId xmlns:p14="http://schemas.microsoft.com/office/powerpoint/2010/main" val="42782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B811A-2FC1-0C77-BD31-2E6C082F4ED3}"/>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86DF6489-D7A3-40AC-112A-543C900C9F3F}"/>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a16="http://schemas.microsoft.com/office/drawing/2014/main" id="{E6D25856-DCFF-7A6A-4374-83D050D31E24}"/>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5" name="Rectangle 24">
              <a:extLst>
                <a:ext uri="{FF2B5EF4-FFF2-40B4-BE49-F238E27FC236}">
                  <a16:creationId xmlns:a16="http://schemas.microsoft.com/office/drawing/2014/main" id="{CA71B449-2826-7977-8466-4D1865C32AA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pSp>
      <p:cxnSp>
        <p:nvCxnSpPr>
          <p:cNvPr id="11" name="Straight Connector 10">
            <a:extLst>
              <a:ext uri="{FF2B5EF4-FFF2-40B4-BE49-F238E27FC236}">
                <a16:creationId xmlns:a16="http://schemas.microsoft.com/office/drawing/2014/main" id="{F9CDF589-379E-0A5A-E263-6500CA2727EE}"/>
              </a:ext>
            </a:extLst>
          </p:cNvPr>
          <p:cNvCxnSpPr/>
          <p:nvPr/>
        </p:nvCxnSpPr>
        <p:spPr>
          <a:xfrm flipV="1">
            <a:off x="4889500" y="4384675"/>
            <a:ext cx="4581525"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22A50068-80A7-0452-01BA-6FF1BFF4A0D8}"/>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a16="http://schemas.microsoft.com/office/drawing/2014/main" id="{0B4D576D-9B28-A545-1BD0-2B01A87345AC}"/>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8" name="Rectangle 17">
              <a:extLst>
                <a:ext uri="{FF2B5EF4-FFF2-40B4-BE49-F238E27FC236}">
                  <a16:creationId xmlns:a16="http://schemas.microsoft.com/office/drawing/2014/main" id="{4D6175C2-36E1-01FD-5B60-D8FD3FB0A51F}"/>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pSp>
      <p:pic>
        <p:nvPicPr>
          <p:cNvPr id="2056" name="object 5">
            <a:extLst>
              <a:ext uri="{FF2B5EF4-FFF2-40B4-BE49-F238E27FC236}">
                <a16:creationId xmlns:a16="http://schemas.microsoft.com/office/drawing/2014/main" id="{83248446-CE7F-0835-D6E8-CAE0E10E0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275" y="1787525"/>
            <a:ext cx="2374900" cy="365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C79F8ED8-595B-56B2-E722-3B6812D733E9}"/>
              </a:ext>
            </a:extLst>
          </p:cNvPr>
          <p:cNvSpPr/>
          <p:nvPr/>
        </p:nvSpPr>
        <p:spPr>
          <a:xfrm>
            <a:off x="4731026" y="3615531"/>
            <a:ext cx="6149699" cy="584775"/>
          </a:xfrm>
          <a:prstGeom prst="rect">
            <a:avLst/>
          </a:prstGeom>
        </p:spPr>
        <p:txBody>
          <a:bodyPr wrap="square">
            <a:spAutoFit/>
          </a:bodyPr>
          <a:lstStyle/>
          <a:p>
            <a:r>
              <a:rPr lang="en-US" sz="3200" b="1" dirty="0">
                <a:solidFill>
                  <a:schemeClr val="accent1">
                    <a:lumMod val="75000"/>
                  </a:schemeClr>
                </a:solidFill>
              </a:rPr>
              <a:t>          Thank You</a:t>
            </a:r>
            <a:endParaRPr lang="en-IN" sz="3200" b="1" dirty="0">
              <a:solidFill>
                <a:schemeClr val="accent1">
                  <a:lumMod val="75000"/>
                </a:schemeClr>
              </a:solidFill>
            </a:endParaRPr>
          </a:p>
        </p:txBody>
      </p:sp>
    </p:spTree>
    <p:extLst>
      <p:ext uri="{BB962C8B-B14F-4D97-AF65-F5344CB8AC3E}">
        <p14:creationId xmlns:p14="http://schemas.microsoft.com/office/powerpoint/2010/main" val="3876512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21378</TotalTime>
  <Words>4556</Words>
  <Application>Microsoft Office PowerPoint</Application>
  <PresentationFormat>Widescreen</PresentationFormat>
  <Paragraphs>467</Paragraphs>
  <Slides>47</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Arial</vt:lpstr>
      <vt:lpstr>Calibri</vt:lpstr>
      <vt:lpstr>Calibri Light</vt:lpstr>
      <vt:lpstr>Cambria Math</vt:lpstr>
      <vt:lpstr>Carlito</vt:lpstr>
      <vt:lpstr>Courier New</vt:lpstr>
      <vt:lpstr>Nunito</vt:lpstr>
      <vt:lpstr>Tahoma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MHR</dc:creator>
  <cp:lastModifiedBy>Dr Pooja Agarwal</cp:lastModifiedBy>
  <cp:revision>372</cp:revision>
  <dcterms:created xsi:type="dcterms:W3CDTF">2020-06-03T14:19:11Z</dcterms:created>
  <dcterms:modified xsi:type="dcterms:W3CDTF">2026-01-13T05:59:13Z</dcterms:modified>
</cp:coreProperties>
</file>